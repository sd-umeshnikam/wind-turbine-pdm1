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3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4"/>
  </p:sldMasterIdLst>
  <p:notesMasterIdLst>
    <p:notesMasterId r:id="rId1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14631988" cy="8231188"/>
  <p:notesSz cx="6761163" cy="9942513"/>
  <p:embeddedFontLst>
    <p:embeddedFont>
      <p:font typeface="Quattrocento Sans" panose="020B0604020202020204" charset="0"/>
      <p:regular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3">
          <p15:clr>
            <a:srgbClr val="A4A3A4"/>
          </p15:clr>
        </p15:guide>
        <p15:guide id="2" pos="4609">
          <p15:clr>
            <a:srgbClr val="A4A3A4"/>
          </p15:clr>
        </p15:guide>
        <p15:guide id="3" pos="7262">
          <p15:clr>
            <a:srgbClr val="A4A3A4"/>
          </p15:clr>
        </p15:guide>
        <p15:guide id="4" pos="273">
          <p15:clr>
            <a:srgbClr val="A4A3A4"/>
          </p15:clr>
        </p15:guide>
        <p15:guide id="5" orient="horz" pos="529">
          <p15:clr>
            <a:srgbClr val="A4A3A4"/>
          </p15:clr>
        </p15:guide>
        <p15:guide id="6" orient="horz" pos="1821">
          <p15:clr>
            <a:srgbClr val="A4A3A4"/>
          </p15:clr>
        </p15:guide>
        <p15:guide id="7" orient="horz" pos="2971">
          <p15:clr>
            <a:srgbClr val="A4A3A4"/>
          </p15:clr>
        </p15:guide>
        <p15:guide id="8" orient="horz" pos="3407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QMoRCNi9ocYZDxsgHlk/BU+aeh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949F29-844D-AD1D-BF03-A8CAE60A9A23}" name="Umesh Nikam" initials="" userId="S::umesh.nikam@softdel.com::5fee19d9-82ef-4b27-8766-eff6e0932e5e" providerId="AD"/>
  <p188:author id="{F70407D1-607D-E6FD-91D0-E17ECB54BB19}" name="Manoj Kotnala" initials="MK" userId="S::manoj.kotnala@softdel.com::a89eab20-6cc8-4e8f-9498-36023a42fe58" providerId="AD"/>
  <p188:author id="{F42A1FE1-5B39-7EE2-20EB-A82CFFA511C8}" name="Vigneshkumar Sambath" initials="VS" userId="S::vigneshkumar.sambath@softdel.com::5dcf8a5f-1a18-42c8-b425-a273ddff87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77A"/>
    <a:srgbClr val="5778AE"/>
    <a:srgbClr val="61549C"/>
    <a:srgbClr val="4472C4"/>
    <a:srgbClr val="646EAB"/>
    <a:srgbClr val="30B158"/>
    <a:srgbClr val="4A8CE7"/>
    <a:srgbClr val="BD1E69"/>
    <a:srgbClr val="5EA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99" dt="2026-10-05T14:12:03.447"/>
    <p1510:client id="{30E625D5-8A9F-DC8D-211C-5C93C51AE2FF}" v="148" dt="2026-10-05T12:03:49.164"/>
    <p1510:client id="{33DB9F50-2544-3621-50E4-59889045D8DE}" v="315" dt="2026-10-06T04:49:47.536"/>
    <p1510:client id="{4F0559CF-19F3-D96B-912A-BAF7A4FE31F1}" v="141" dt="2026-10-06T06:29:28.819"/>
    <p1510:client id="{773713F9-1949-582D-971C-203BF568B042}" v="4" dt="2026-10-05T11:35:03.441"/>
    <p1510:client id="{B131FF70-0E12-4C18-969F-E1E4BEA1FB54}" v="1" dt="2026-10-06T04:33:51.989"/>
    <p1510:client id="{B31982AD-DD78-4204-86D6-95684A153739}" v="83" dt="2026-10-06T07:24:53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93"/>
        <p:guide pos="4609"/>
        <p:guide pos="7262"/>
        <p:guide pos="273"/>
        <p:guide orient="horz" pos="529"/>
        <p:guide orient="horz" pos="1821"/>
        <p:guide orient="horz" pos="2971"/>
        <p:guide orient="horz" pos="3407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40" Type="http://customschemas.google.com/relationships/presentationmetadata" Target="meta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Relationship Id="rId46" Type="http://schemas.microsoft.com/office/2015/10/relationships/revisionInfo" Target="revisionInfo.xml"/><Relationship Id="rId4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sh Nikam" userId="S::umesh.nikam@softdel.com::5fee19d9-82ef-4b27-8766-eff6e0932e5e" providerId="AD" clId="Web-{773713F9-1949-582D-971C-203BF568B042}"/>
    <pc:docChg chg="modSld">
      <pc:chgData name="Umesh Nikam" userId="S::umesh.nikam@softdel.com::5fee19d9-82ef-4b27-8766-eff6e0932e5e" providerId="AD" clId="Web-{773713F9-1949-582D-971C-203BF568B042}" dt="2026-10-05T11:35:02.035" v="1" actId="20577"/>
      <pc:docMkLst>
        <pc:docMk/>
      </pc:docMkLst>
      <pc:sldChg chg="modSp">
        <pc:chgData name="Umesh Nikam" userId="S::umesh.nikam@softdel.com::5fee19d9-82ef-4b27-8766-eff6e0932e5e" providerId="AD" clId="Web-{773713F9-1949-582D-971C-203BF568B042}" dt="2026-10-05T11:35:02.035" v="1" actId="20577"/>
        <pc:sldMkLst>
          <pc:docMk/>
          <pc:sldMk cId="0" sldId="4723"/>
        </pc:sldMkLst>
        <pc:spChg chg="mod">
          <ac:chgData name="Umesh Nikam" userId="S::umesh.nikam@softdel.com::5fee19d9-82ef-4b27-8766-eff6e0932e5e" providerId="AD" clId="Web-{773713F9-1949-582D-971C-203BF568B042}" dt="2026-10-05T11:35:02.035" v="1" actId="20577"/>
          <ac:spMkLst>
            <pc:docMk/>
            <pc:sldMk cId="0" sldId="4723"/>
            <ac:spMk id="13" creationId="{00000000-0000-0000-0000-000000000000}"/>
          </ac:spMkLst>
        </pc:spChg>
      </pc:sldChg>
    </pc:docChg>
  </pc:docChgLst>
  <pc:docChgLst>
    <pc:chgData name="Vigneshkumar Sambath" userId="5dcf8a5f-1a18-42c8-b425-a273ddff87b0" providerId="ADAL" clId="{2E122F07-A039-41DA-9A6C-623DB3096030}"/>
    <pc:docChg chg="custSel addSld delSld modSld delSection modSection">
      <pc:chgData name="Vigneshkumar Sambath" userId="5dcf8a5f-1a18-42c8-b425-a273ddff87b0" providerId="ADAL" clId="{2E122F07-A039-41DA-9A6C-623DB3096030}" dt="2026-10-06T07:24:53.389" v="143"/>
      <pc:docMkLst>
        <pc:docMk/>
      </pc:docMkLst>
      <pc:sldChg chg="delSp modSp mod">
        <pc:chgData name="Vigneshkumar Sambath" userId="5dcf8a5f-1a18-42c8-b425-a273ddff87b0" providerId="ADAL" clId="{2E122F07-A039-41DA-9A6C-623DB3096030}" dt="2026-10-06T07:20:27.256" v="81" actId="20577"/>
        <pc:sldMkLst>
          <pc:docMk/>
          <pc:sldMk cId="0" sldId="4719"/>
        </pc:sldMkLst>
        <pc:spChg chg="del">
          <ac:chgData name="Vigneshkumar Sambath" userId="5dcf8a5f-1a18-42c8-b425-a273ddff87b0" providerId="ADAL" clId="{2E122F07-A039-41DA-9A6C-623DB3096030}" dt="2026-10-05T13:26:31.029" v="6" actId="478"/>
          <ac:spMkLst>
            <pc:docMk/>
            <pc:sldMk cId="0" sldId="4719"/>
            <ac:spMk id="3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7:20:27.256" v="81" actId="20577"/>
          <ac:spMkLst>
            <pc:docMk/>
            <pc:sldMk cId="0" sldId="4719"/>
            <ac:spMk id="6" creationId="{00000000-0000-0000-0000-000000000000}"/>
          </ac:spMkLst>
        </pc:spChg>
        <pc:spChg chg="del">
          <ac:chgData name="Vigneshkumar Sambath" userId="5dcf8a5f-1a18-42c8-b425-a273ddff87b0" providerId="ADAL" clId="{2E122F07-A039-41DA-9A6C-623DB3096030}" dt="2026-10-05T13:26:25.831" v="2" actId="478"/>
          <ac:spMkLst>
            <pc:docMk/>
            <pc:sldMk cId="0" sldId="4719"/>
            <ac:spMk id="7" creationId="{00000000-0000-0000-0000-000000000000}"/>
          </ac:spMkLst>
        </pc:spChg>
        <pc:spChg chg="del">
          <ac:chgData name="Vigneshkumar Sambath" userId="5dcf8a5f-1a18-42c8-b425-a273ddff87b0" providerId="ADAL" clId="{2E122F07-A039-41DA-9A6C-623DB3096030}" dt="2026-10-05T13:26:27" v="3" actId="478"/>
          <ac:spMkLst>
            <pc:docMk/>
            <pc:sldMk cId="0" sldId="4719"/>
            <ac:spMk id="11" creationId="{00000000-0000-0000-0000-000000000000}"/>
          </ac:spMkLst>
        </pc:spChg>
        <pc:spChg chg="del">
          <ac:chgData name="Vigneshkumar Sambath" userId="5dcf8a5f-1a18-42c8-b425-a273ddff87b0" providerId="ADAL" clId="{2E122F07-A039-41DA-9A6C-623DB3096030}" dt="2026-10-05T13:26:28.250" v="4" actId="478"/>
          <ac:spMkLst>
            <pc:docMk/>
            <pc:sldMk cId="0" sldId="4719"/>
            <ac:spMk id="15" creationId="{00000000-0000-0000-0000-000000000000}"/>
          </ac:spMkLst>
        </pc:spChg>
        <pc:spChg chg="del">
          <ac:chgData name="Vigneshkumar Sambath" userId="5dcf8a5f-1a18-42c8-b425-a273ddff87b0" providerId="ADAL" clId="{2E122F07-A039-41DA-9A6C-623DB3096030}" dt="2026-10-05T13:26:29.291" v="5" actId="478"/>
          <ac:spMkLst>
            <pc:docMk/>
            <pc:sldMk cId="0" sldId="4719"/>
            <ac:spMk id="19" creationId="{00000000-0000-0000-0000-000000000000}"/>
          </ac:spMkLst>
        </pc:spChg>
      </pc:sldChg>
      <pc:sldChg chg="mod modShow">
        <pc:chgData name="Vigneshkumar Sambath" userId="5dcf8a5f-1a18-42c8-b425-a273ddff87b0" providerId="ADAL" clId="{2E122F07-A039-41DA-9A6C-623DB3096030}" dt="2026-10-05T13:27:14.061" v="9" actId="729"/>
        <pc:sldMkLst>
          <pc:docMk/>
          <pc:sldMk cId="0" sldId="4720"/>
        </pc:sldMkLst>
      </pc:sldChg>
      <pc:sldChg chg="delSp modSp mod">
        <pc:chgData name="Vigneshkumar Sambath" userId="5dcf8a5f-1a18-42c8-b425-a273ddff87b0" providerId="ADAL" clId="{2E122F07-A039-41DA-9A6C-623DB3096030}" dt="2026-10-06T07:22:11.863" v="131" actId="20577"/>
        <pc:sldMkLst>
          <pc:docMk/>
          <pc:sldMk cId="0" sldId="4721"/>
        </pc:sldMkLst>
        <pc:spChg chg="mod">
          <ac:chgData name="Vigneshkumar Sambath" userId="5dcf8a5f-1a18-42c8-b425-a273ddff87b0" providerId="ADAL" clId="{2E122F07-A039-41DA-9A6C-623DB3096030}" dt="2026-10-06T07:20:33.313" v="101" actId="20577"/>
          <ac:spMkLst>
            <pc:docMk/>
            <pc:sldMk cId="0" sldId="4721"/>
            <ac:spMk id="2" creationId="{00000000-0000-0000-0000-000000000000}"/>
          </ac:spMkLst>
        </pc:spChg>
        <pc:spChg chg="del">
          <ac:chgData name="Vigneshkumar Sambath" userId="5dcf8a5f-1a18-42c8-b425-a273ddff87b0" providerId="ADAL" clId="{2E122F07-A039-41DA-9A6C-623DB3096030}" dt="2026-10-05T13:26:48.875" v="8" actId="478"/>
          <ac:spMkLst>
            <pc:docMk/>
            <pc:sldMk cId="0" sldId="4721"/>
            <ac:spMk id="3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7:20:44.514" v="104" actId="20577"/>
          <ac:spMkLst>
            <pc:docMk/>
            <pc:sldMk cId="0" sldId="4721"/>
            <ac:spMk id="6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7:21:49.800" v="112" actId="20577"/>
          <ac:spMkLst>
            <pc:docMk/>
            <pc:sldMk cId="0" sldId="4721"/>
            <ac:spMk id="19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1:47:14.898" v="33" actId="20577"/>
          <ac:spMkLst>
            <pc:docMk/>
            <pc:sldMk cId="0" sldId="4721"/>
            <ac:spMk id="30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7:22:11.863" v="131" actId="20577"/>
          <ac:spMkLst>
            <pc:docMk/>
            <pc:sldMk cId="0" sldId="4721"/>
            <ac:spMk id="31" creationId="{00000000-0000-0000-0000-000000000000}"/>
          </ac:spMkLst>
        </pc:spChg>
      </pc:sldChg>
      <pc:sldChg chg="mod modShow">
        <pc:chgData name="Vigneshkumar Sambath" userId="5dcf8a5f-1a18-42c8-b425-a273ddff87b0" providerId="ADAL" clId="{2E122F07-A039-41DA-9A6C-623DB3096030}" dt="2026-10-05T13:27:23.766" v="10" actId="729"/>
        <pc:sldMkLst>
          <pc:docMk/>
          <pc:sldMk cId="0" sldId="4722"/>
        </pc:sldMkLst>
      </pc:sldChg>
      <pc:sldChg chg="mod modShow">
        <pc:chgData name="Vigneshkumar Sambath" userId="5dcf8a5f-1a18-42c8-b425-a273ddff87b0" providerId="ADAL" clId="{2E122F07-A039-41DA-9A6C-623DB3096030}" dt="2026-10-05T13:27:30.956" v="11" actId="729"/>
        <pc:sldMkLst>
          <pc:docMk/>
          <pc:sldMk cId="0" sldId="4723"/>
        </pc:sldMkLst>
      </pc:sldChg>
      <pc:sldChg chg="mod modShow">
        <pc:chgData name="Vigneshkumar Sambath" userId="5dcf8a5f-1a18-42c8-b425-a273ddff87b0" providerId="ADAL" clId="{2E122F07-A039-41DA-9A6C-623DB3096030}" dt="2026-10-05T13:27:35.221" v="12" actId="729"/>
        <pc:sldMkLst>
          <pc:docMk/>
          <pc:sldMk cId="0" sldId="4724"/>
        </pc:sldMkLst>
      </pc:sldChg>
      <pc:sldChg chg="mod modShow">
        <pc:chgData name="Vigneshkumar Sambath" userId="5dcf8a5f-1a18-42c8-b425-a273ddff87b0" providerId="ADAL" clId="{2E122F07-A039-41DA-9A6C-623DB3096030}" dt="2026-10-05T13:27:55.897" v="13" actId="729"/>
        <pc:sldMkLst>
          <pc:docMk/>
          <pc:sldMk cId="0" sldId="4725"/>
        </pc:sldMkLst>
      </pc:sldChg>
      <pc:sldChg chg="modSp del mod">
        <pc:chgData name="Vigneshkumar Sambath" userId="5dcf8a5f-1a18-42c8-b425-a273ddff87b0" providerId="ADAL" clId="{2E122F07-A039-41DA-9A6C-623DB3096030}" dt="2026-10-06T07:24:49.296" v="141"/>
        <pc:sldMkLst>
          <pc:docMk/>
          <pc:sldMk cId="0" sldId="4726"/>
        </pc:sldMkLst>
        <pc:spChg chg="mod">
          <ac:chgData name="Vigneshkumar Sambath" userId="5dcf8a5f-1a18-42c8-b425-a273ddff87b0" providerId="ADAL" clId="{2E122F07-A039-41DA-9A6C-623DB3096030}" dt="2026-10-06T01:48:07.732" v="34" actId="13926"/>
          <ac:spMkLst>
            <pc:docMk/>
            <pc:sldMk cId="0" sldId="4726"/>
            <ac:spMk id="6" creationId="{00000000-0000-0000-0000-000000000000}"/>
          </ac:spMkLst>
        </pc:spChg>
        <pc:graphicFrameChg chg="modGraphic">
          <ac:chgData name="Vigneshkumar Sambath" userId="5dcf8a5f-1a18-42c8-b425-a273ddff87b0" providerId="ADAL" clId="{2E122F07-A039-41DA-9A6C-623DB3096030}" dt="2026-10-06T07:22:45.376" v="139" actId="20577"/>
          <ac:graphicFrameMkLst>
            <pc:docMk/>
            <pc:sldMk cId="0" sldId="4726"/>
            <ac:graphicFrameMk id="5" creationId="{00000000-0000-0000-0000-000000000000}"/>
          </ac:graphicFrameMkLst>
        </pc:graphicFrameChg>
      </pc:sldChg>
      <pc:sldChg chg="modSp del mod">
        <pc:chgData name="Vigneshkumar Sambath" userId="5dcf8a5f-1a18-42c8-b425-a273ddff87b0" providerId="ADAL" clId="{2E122F07-A039-41DA-9A6C-623DB3096030}" dt="2026-10-06T07:24:53.389" v="143"/>
        <pc:sldMkLst>
          <pc:docMk/>
          <pc:sldMk cId="0" sldId="4727"/>
        </pc:sldMkLst>
        <pc:spChg chg="mod">
          <ac:chgData name="Vigneshkumar Sambath" userId="5dcf8a5f-1a18-42c8-b425-a273ddff87b0" providerId="ADAL" clId="{2E122F07-A039-41DA-9A6C-623DB3096030}" dt="2026-10-06T01:49:41.480" v="42" actId="20577"/>
          <ac:spMkLst>
            <pc:docMk/>
            <pc:sldMk cId="0" sldId="4727"/>
            <ac:spMk id="2" creationId="{00000000-0000-0000-0000-000000000000}"/>
          </ac:spMkLst>
        </pc:spChg>
      </pc:sldChg>
      <pc:sldChg chg="modSp mod">
        <pc:chgData name="Vigneshkumar Sambath" userId="5dcf8a5f-1a18-42c8-b425-a273ddff87b0" providerId="ADAL" clId="{2E122F07-A039-41DA-9A6C-623DB3096030}" dt="2026-10-05T13:29:17.326" v="26" actId="13926"/>
        <pc:sldMkLst>
          <pc:docMk/>
          <pc:sldMk cId="0" sldId="4728"/>
        </pc:sldMkLst>
        <pc:spChg chg="mod">
          <ac:chgData name="Vigneshkumar Sambath" userId="5dcf8a5f-1a18-42c8-b425-a273ddff87b0" providerId="ADAL" clId="{2E122F07-A039-41DA-9A6C-623DB3096030}" dt="2026-10-05T13:29:17.326" v="26" actId="13926"/>
          <ac:spMkLst>
            <pc:docMk/>
            <pc:sldMk cId="0" sldId="4728"/>
            <ac:spMk id="2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5T13:29:15.339" v="25" actId="6549"/>
          <ac:spMkLst>
            <pc:docMk/>
            <pc:sldMk cId="0" sldId="4728"/>
            <ac:spMk id="4" creationId="{00000000-0000-0000-0000-000000000000}"/>
          </ac:spMkLst>
        </pc:spChg>
      </pc:sldChg>
      <pc:sldChg chg="del">
        <pc:chgData name="Vigneshkumar Sambath" userId="5dcf8a5f-1a18-42c8-b425-a273ddff87b0" providerId="ADAL" clId="{2E122F07-A039-41DA-9A6C-623DB3096030}" dt="2026-10-05T13:14:29.291" v="1" actId="2696"/>
        <pc:sldMkLst>
          <pc:docMk/>
          <pc:sldMk cId="0" sldId="4729"/>
        </pc:sldMkLst>
      </pc:sldChg>
      <pc:sldChg chg="modSp mod">
        <pc:chgData name="Vigneshkumar Sambath" userId="5dcf8a5f-1a18-42c8-b425-a273ddff87b0" providerId="ADAL" clId="{2E122F07-A039-41DA-9A6C-623DB3096030}" dt="2026-10-06T01:52:43.659" v="63" actId="207"/>
        <pc:sldMkLst>
          <pc:docMk/>
          <pc:sldMk cId="0" sldId="4730"/>
        </pc:sldMkLst>
        <pc:spChg chg="mod">
          <ac:chgData name="Vigneshkumar Sambath" userId="5dcf8a5f-1a18-42c8-b425-a273ddff87b0" providerId="ADAL" clId="{2E122F07-A039-41DA-9A6C-623DB3096030}" dt="2026-10-06T01:52:43.659" v="63" actId="207"/>
          <ac:spMkLst>
            <pc:docMk/>
            <pc:sldMk cId="0" sldId="4730"/>
            <ac:spMk id="8" creationId="{00000000-0000-0000-0000-000000000000}"/>
          </ac:spMkLst>
        </pc:spChg>
        <pc:spChg chg="mod">
          <ac:chgData name="Vigneshkumar Sambath" userId="5dcf8a5f-1a18-42c8-b425-a273ddff87b0" providerId="ADAL" clId="{2E122F07-A039-41DA-9A6C-623DB3096030}" dt="2026-10-06T01:51:37.507" v="62" actId="6549"/>
          <ac:spMkLst>
            <pc:docMk/>
            <pc:sldMk cId="0" sldId="4730"/>
            <ac:spMk id="15" creationId="{00000000-0000-0000-0000-000000000000}"/>
          </ac:spMkLst>
        </pc:spChg>
      </pc:sldChg>
      <pc:sldChg chg="del">
        <pc:chgData name="Vigneshkumar Sambath" userId="5dcf8a5f-1a18-42c8-b425-a273ddff87b0" providerId="ADAL" clId="{2E122F07-A039-41DA-9A6C-623DB3096030}" dt="2026-10-05T13:14:25.921" v="0" actId="2696"/>
        <pc:sldMkLst>
          <pc:docMk/>
          <pc:sldMk cId="0" sldId="4731"/>
        </pc:sldMkLst>
      </pc:sldChg>
      <pc:sldChg chg="add">
        <pc:chgData name="Vigneshkumar Sambath" userId="5dcf8a5f-1a18-42c8-b425-a273ddff87b0" providerId="ADAL" clId="{2E122F07-A039-41DA-9A6C-623DB3096030}" dt="2026-10-06T07:24:49.290" v="140"/>
        <pc:sldMkLst>
          <pc:docMk/>
          <pc:sldMk cId="439790532" sldId="4733"/>
        </pc:sldMkLst>
      </pc:sldChg>
      <pc:sldChg chg="add">
        <pc:chgData name="Vigneshkumar Sambath" userId="5dcf8a5f-1a18-42c8-b425-a273ddff87b0" providerId="ADAL" clId="{2E122F07-A039-41DA-9A6C-623DB3096030}" dt="2026-10-06T07:24:53.385" v="142"/>
        <pc:sldMkLst>
          <pc:docMk/>
          <pc:sldMk cId="932344670" sldId="4734"/>
        </pc:sldMkLst>
      </pc:sldChg>
    </pc:docChg>
  </pc:docChgLst>
  <pc:docChgLst>
    <pc:chgData name="Umesh Nikam" userId="S::umesh.nikam@softdel.com::5fee19d9-82ef-4b27-8766-eff6e0932e5e" providerId="AD" clId="Web-{33DB9F50-2544-3621-50E4-59889045D8DE}"/>
    <pc:docChg chg="modSld">
      <pc:chgData name="Umesh Nikam" userId="S::umesh.nikam@softdel.com::5fee19d9-82ef-4b27-8766-eff6e0932e5e" providerId="AD" clId="Web-{33DB9F50-2544-3621-50E4-59889045D8DE}" dt="2026-10-06T04:49:47.536" v="223" actId="20577"/>
      <pc:docMkLst>
        <pc:docMk/>
      </pc:docMkLst>
      <pc:sldChg chg="delSp modSp">
        <pc:chgData name="Umesh Nikam" userId="S::umesh.nikam@softdel.com::5fee19d9-82ef-4b27-8766-eff6e0932e5e" providerId="AD" clId="Web-{33DB9F50-2544-3621-50E4-59889045D8DE}" dt="2026-10-06T04:33:52.406" v="140"/>
        <pc:sldMkLst>
          <pc:docMk/>
          <pc:sldMk cId="0" sldId="4726"/>
        </pc:sldMkLst>
        <pc:spChg chg="del mod">
          <ac:chgData name="Umesh Nikam" userId="S::umesh.nikam@softdel.com::5fee19d9-82ef-4b27-8766-eff6e0932e5e" providerId="AD" clId="Web-{33DB9F50-2544-3621-50E4-59889045D8DE}" dt="2026-10-06T04:33:52.406" v="140"/>
          <ac:spMkLst>
            <pc:docMk/>
            <pc:sldMk cId="0" sldId="4726"/>
            <ac:spMk id="6" creationId="{00000000-0000-0000-0000-000000000000}"/>
          </ac:spMkLst>
        </pc:spChg>
        <pc:graphicFrameChg chg="mod modGraphic">
          <ac:chgData name="Umesh Nikam" userId="S::umesh.nikam@softdel.com::5fee19d9-82ef-4b27-8766-eff6e0932e5e" providerId="AD" clId="Web-{33DB9F50-2544-3621-50E4-59889045D8DE}" dt="2026-10-06T04:32:52.483" v="135"/>
          <ac:graphicFrameMkLst>
            <pc:docMk/>
            <pc:sldMk cId="0" sldId="4726"/>
            <ac:graphicFrameMk id="5" creationId="{00000000-0000-0000-0000-000000000000}"/>
          </ac:graphicFrameMkLst>
        </pc:graphicFrameChg>
      </pc:sldChg>
      <pc:sldChg chg="delSp modSp">
        <pc:chgData name="Umesh Nikam" userId="S::umesh.nikam@softdel.com::5fee19d9-82ef-4b27-8766-eff6e0932e5e" providerId="AD" clId="Web-{33DB9F50-2544-3621-50E4-59889045D8DE}" dt="2026-10-06T04:34:39.500" v="187"/>
        <pc:sldMkLst>
          <pc:docMk/>
          <pc:sldMk cId="0" sldId="4727"/>
        </pc:sldMkLst>
        <pc:spChg chg="del">
          <ac:chgData name="Umesh Nikam" userId="S::umesh.nikam@softdel.com::5fee19d9-82ef-4b27-8766-eff6e0932e5e" providerId="AD" clId="Web-{33DB9F50-2544-3621-50E4-59889045D8DE}" dt="2026-10-06T04:34:39.500" v="187"/>
          <ac:spMkLst>
            <pc:docMk/>
            <pc:sldMk cId="0" sldId="4727"/>
            <ac:spMk id="6" creationId="{00000000-0000-0000-0000-000000000000}"/>
          </ac:spMkLst>
        </pc:spChg>
        <pc:graphicFrameChg chg="mod modGraphic">
          <ac:chgData name="Umesh Nikam" userId="S::umesh.nikam@softdel.com::5fee19d9-82ef-4b27-8766-eff6e0932e5e" providerId="AD" clId="Web-{33DB9F50-2544-3621-50E4-59889045D8DE}" dt="2026-10-06T04:34:34.125" v="186"/>
          <ac:graphicFrameMkLst>
            <pc:docMk/>
            <pc:sldMk cId="0" sldId="4727"/>
            <ac:graphicFrameMk id="5" creationId="{00000000-0000-0000-0000-000000000000}"/>
          </ac:graphicFrameMkLst>
        </pc:graphicFrameChg>
      </pc:sldChg>
      <pc:sldChg chg="modSp modCm">
        <pc:chgData name="Umesh Nikam" userId="S::umesh.nikam@softdel.com::5fee19d9-82ef-4b27-8766-eff6e0932e5e" providerId="AD" clId="Web-{33DB9F50-2544-3621-50E4-59889045D8DE}" dt="2026-10-06T04:49:47.536" v="223" actId="20577"/>
        <pc:sldMkLst>
          <pc:docMk/>
          <pc:sldMk cId="0" sldId="4730"/>
        </pc:sldMkLst>
        <pc:spChg chg="mod">
          <ac:chgData name="Umesh Nikam" userId="S::umesh.nikam@softdel.com::5fee19d9-82ef-4b27-8766-eff6e0932e5e" providerId="AD" clId="Web-{33DB9F50-2544-3621-50E4-59889045D8DE}" dt="2026-10-06T04:49:47.536" v="223" actId="20577"/>
          <ac:spMkLst>
            <pc:docMk/>
            <pc:sldMk cId="0" sldId="4730"/>
            <ac:spMk id="8" creationId="{00000000-0000-0000-0000-000000000000}"/>
          </ac:spMkLst>
        </pc:spChg>
        <pc:spChg chg="mod">
          <ac:chgData name="Umesh Nikam" userId="S::umesh.nikam@softdel.com::5fee19d9-82ef-4b27-8766-eff6e0932e5e" providerId="AD" clId="Web-{33DB9F50-2544-3621-50E4-59889045D8DE}" dt="2026-10-06T04:35:48.250" v="202" actId="20577"/>
          <ac:spMkLst>
            <pc:docMk/>
            <pc:sldMk cId="0" sldId="4730"/>
            <ac:spMk id="11" creationId="{00000000-0000-0000-0000-000000000000}"/>
          </ac:spMkLst>
        </pc:spChg>
        <pc:spChg chg="mod">
          <ac:chgData name="Umesh Nikam" userId="S::umesh.nikam@softdel.com::5fee19d9-82ef-4b27-8766-eff6e0932e5e" providerId="AD" clId="Web-{33DB9F50-2544-3621-50E4-59889045D8DE}" dt="2026-10-06T04:36:25.641" v="211" actId="20577"/>
          <ac:spMkLst>
            <pc:docMk/>
            <pc:sldMk cId="0" sldId="4730"/>
            <ac:spMk id="12" creationId="{00000000-0000-0000-0000-000000000000}"/>
          </ac:spMkLst>
        </pc:spChg>
        <pc:spChg chg="mod">
          <ac:chgData name="Umesh Nikam" userId="S::umesh.nikam@softdel.com::5fee19d9-82ef-4b27-8766-eff6e0932e5e" providerId="AD" clId="Web-{33DB9F50-2544-3621-50E4-59889045D8DE}" dt="2026-10-06T04:35:25.672" v="199" actId="20577"/>
          <ac:spMkLst>
            <pc:docMk/>
            <pc:sldMk cId="0" sldId="4730"/>
            <ac:spMk id="16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Umesh Nikam" userId="S::umesh.nikam@softdel.com::5fee19d9-82ef-4b27-8766-eff6e0932e5e" providerId="AD" clId="Web-{33DB9F50-2544-3621-50E4-59889045D8DE}" dt="2026-10-06T04:49:47.536" v="222" actId="20577"/>
              <pc2:cmMkLst xmlns:pc2="http://schemas.microsoft.com/office/powerpoint/2019/9/main/command">
                <pc:docMk/>
                <pc:sldMk cId="0" sldId="4730"/>
                <pc2:cmMk id="{D6E3EA0D-2902-44CF-9DB4-6051A781E56F}"/>
              </pc2:cmMkLst>
            </pc226:cmChg>
          </p:ext>
        </pc:extLst>
      </pc:sldChg>
    </pc:docChg>
  </pc:docChgLst>
  <pc:docChgLst>
    <pc:chgData name="Umesh Nikam" userId="S::umesh.nikam@softdel.com::5fee19d9-82ef-4b27-8766-eff6e0932e5e" providerId="AD" clId="Web-{00000000-0000-0000-0000-000000000000}"/>
    <pc:docChg chg="delSld modSld modSection">
      <pc:chgData name="Umesh Nikam" userId="S::umesh.nikam@softdel.com::5fee19d9-82ef-4b27-8766-eff6e0932e5e" providerId="AD" clId="Web-{00000000-0000-0000-0000-000000000000}" dt="2026-10-05T14:12:01.540" v="433" actId="20577"/>
      <pc:docMkLst>
        <pc:docMk/>
      </pc:docMkLst>
      <pc:sldChg chg="modSp">
        <pc:chgData name="Umesh Nikam" userId="S::umesh.nikam@softdel.com::5fee19d9-82ef-4b27-8766-eff6e0932e5e" providerId="AD" clId="Web-{00000000-0000-0000-0000-000000000000}" dt="2026-10-05T14:06:02.068" v="426" actId="20577"/>
        <pc:sldMkLst>
          <pc:docMk/>
          <pc:sldMk cId="2279024266" sldId="4718"/>
        </pc:sldMkLst>
        <pc:spChg chg="mod">
          <ac:chgData name="Umesh Nikam" userId="S::umesh.nikam@softdel.com::5fee19d9-82ef-4b27-8766-eff6e0932e5e" providerId="AD" clId="Web-{00000000-0000-0000-0000-000000000000}" dt="2026-10-05T14:06:02.068" v="426" actId="20577"/>
          <ac:spMkLst>
            <pc:docMk/>
            <pc:sldMk cId="2279024266" sldId="4718"/>
            <ac:spMk id="5" creationId="{4807E640-9E42-002F-79A9-301E6F8E1C45}"/>
          </ac:spMkLst>
        </pc:spChg>
      </pc:sldChg>
      <pc:sldChg chg="modSp">
        <pc:chgData name="Umesh Nikam" userId="S::umesh.nikam@softdel.com::5fee19d9-82ef-4b27-8766-eff6e0932e5e" providerId="AD" clId="Web-{00000000-0000-0000-0000-000000000000}" dt="2026-10-05T14:04:37.020" v="412" actId="20577"/>
        <pc:sldMkLst>
          <pc:docMk/>
          <pc:sldMk cId="0" sldId="4719"/>
        </pc:sldMkLst>
        <pc:spChg chg="mod">
          <ac:chgData name="Umesh Nikam" userId="S::umesh.nikam@softdel.com::5fee19d9-82ef-4b27-8766-eff6e0932e5e" providerId="AD" clId="Web-{00000000-0000-0000-0000-000000000000}" dt="2026-10-05T14:02:09.034" v="383" actId="20577"/>
          <ac:spMkLst>
            <pc:docMk/>
            <pc:sldMk cId="0" sldId="4719"/>
            <ac:spMk id="6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2:45.956" v="397"/>
          <ac:spMkLst>
            <pc:docMk/>
            <pc:sldMk cId="0" sldId="4719"/>
            <ac:spMk id="1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4:20.020" v="408" actId="20577"/>
          <ac:spMkLst>
            <pc:docMk/>
            <pc:sldMk cId="0" sldId="4719"/>
            <ac:spMk id="1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4:37.020" v="412" actId="20577"/>
          <ac:spMkLst>
            <pc:docMk/>
            <pc:sldMk cId="0" sldId="4719"/>
            <ac:spMk id="18" creationId="{00000000-0000-0000-0000-000000000000}"/>
          </ac:spMkLst>
        </pc:spChg>
      </pc:sldChg>
      <pc:sldChg chg="del">
        <pc:chgData name="Umesh Nikam" userId="S::umesh.nikam@softdel.com::5fee19d9-82ef-4b27-8766-eff6e0932e5e" providerId="AD" clId="Web-{00000000-0000-0000-0000-000000000000}" dt="2026-10-05T13:46:50.460" v="150"/>
        <pc:sldMkLst>
          <pc:docMk/>
          <pc:sldMk cId="0" sldId="4720"/>
        </pc:sldMkLst>
      </pc:sldChg>
      <pc:sldChg chg="addSp delSp modSp">
        <pc:chgData name="Umesh Nikam" userId="S::umesh.nikam@softdel.com::5fee19d9-82ef-4b27-8766-eff6e0932e5e" providerId="AD" clId="Web-{00000000-0000-0000-0000-000000000000}" dt="2026-10-05T14:02:23.097" v="387" actId="20577"/>
        <pc:sldMkLst>
          <pc:docMk/>
          <pc:sldMk cId="0" sldId="4721"/>
        </pc:sldMkLst>
        <pc:spChg chg="mod">
          <ac:chgData name="Umesh Nikam" userId="S::umesh.nikam@softdel.com::5fee19d9-82ef-4b27-8766-eff6e0932e5e" providerId="AD" clId="Web-{00000000-0000-0000-0000-000000000000}" dt="2026-10-05T14:02:23.097" v="387" actId="20577"/>
          <ac:spMkLst>
            <pc:docMk/>
            <pc:sldMk cId="0" sldId="4721"/>
            <ac:spMk id="2" creationId="{00000000-0000-0000-0000-000000000000}"/>
          </ac:spMkLst>
        </pc:spChg>
        <pc:spChg chg="add del mod">
          <ac:chgData name="Umesh Nikam" userId="S::umesh.nikam@softdel.com::5fee19d9-82ef-4b27-8766-eff6e0932e5e" providerId="AD" clId="Web-{00000000-0000-0000-0000-000000000000}" dt="2026-10-05T13:43:30.302" v="95" actId="20577"/>
          <ac:spMkLst>
            <pc:docMk/>
            <pc:sldMk cId="0" sldId="4721"/>
            <ac:spMk id="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4:19.177" v="108" actId="20577"/>
          <ac:spMkLst>
            <pc:docMk/>
            <pc:sldMk cId="0" sldId="4721"/>
            <ac:spMk id="1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4:29.490" v="111" actId="20577"/>
          <ac:spMkLst>
            <pc:docMk/>
            <pc:sldMk cId="0" sldId="4721"/>
            <ac:spMk id="1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4:40.834" v="114" actId="20577"/>
          <ac:spMkLst>
            <pc:docMk/>
            <pc:sldMk cId="0" sldId="4721"/>
            <ac:spMk id="19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5:05.444" v="116" actId="20577"/>
          <ac:spMkLst>
            <pc:docMk/>
            <pc:sldMk cId="0" sldId="4721"/>
            <ac:spMk id="2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5:53.335" v="135" actId="20577"/>
          <ac:spMkLst>
            <pc:docMk/>
            <pc:sldMk cId="0" sldId="4721"/>
            <ac:spMk id="3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6:29.351" v="144" actId="20577"/>
          <ac:spMkLst>
            <pc:docMk/>
            <pc:sldMk cId="0" sldId="4721"/>
            <ac:spMk id="3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6:40.538" v="149" actId="20577"/>
          <ac:spMkLst>
            <pc:docMk/>
            <pc:sldMk cId="0" sldId="4721"/>
            <ac:spMk id="39" creationId="{00000000-0000-0000-0000-000000000000}"/>
          </ac:spMkLst>
        </pc:spChg>
        <pc:picChg chg="add del mod">
          <ac:chgData name="Umesh Nikam" userId="S::umesh.nikam@softdel.com::5fee19d9-82ef-4b27-8766-eff6e0932e5e" providerId="AD" clId="Web-{00000000-0000-0000-0000-000000000000}" dt="2026-10-05T13:42:20.301" v="84"/>
          <ac:picMkLst>
            <pc:docMk/>
            <pc:sldMk cId="0" sldId="4721"/>
            <ac:picMk id="3" creationId="{433480D0-0B11-84AB-25A7-DFF9B18CEDA5}"/>
          </ac:picMkLst>
        </pc:picChg>
      </pc:sldChg>
      <pc:sldChg chg="del">
        <pc:chgData name="Umesh Nikam" userId="S::umesh.nikam@softdel.com::5fee19d9-82ef-4b27-8766-eff6e0932e5e" providerId="AD" clId="Web-{00000000-0000-0000-0000-000000000000}" dt="2026-10-05T13:46:54.460" v="151"/>
        <pc:sldMkLst>
          <pc:docMk/>
          <pc:sldMk cId="0" sldId="4722"/>
        </pc:sldMkLst>
      </pc:sldChg>
      <pc:sldChg chg="del">
        <pc:chgData name="Umesh Nikam" userId="S::umesh.nikam@softdel.com::5fee19d9-82ef-4b27-8766-eff6e0932e5e" providerId="AD" clId="Web-{00000000-0000-0000-0000-000000000000}" dt="2026-10-05T13:46:56.898" v="152"/>
        <pc:sldMkLst>
          <pc:docMk/>
          <pc:sldMk cId="0" sldId="4723"/>
        </pc:sldMkLst>
      </pc:sldChg>
      <pc:sldChg chg="del">
        <pc:chgData name="Umesh Nikam" userId="S::umesh.nikam@softdel.com::5fee19d9-82ef-4b27-8766-eff6e0932e5e" providerId="AD" clId="Web-{00000000-0000-0000-0000-000000000000}" dt="2026-10-05T13:46:58.273" v="153"/>
        <pc:sldMkLst>
          <pc:docMk/>
          <pc:sldMk cId="0" sldId="4724"/>
        </pc:sldMkLst>
      </pc:sldChg>
      <pc:sldChg chg="del">
        <pc:chgData name="Umesh Nikam" userId="S::umesh.nikam@softdel.com::5fee19d9-82ef-4b27-8766-eff6e0932e5e" providerId="AD" clId="Web-{00000000-0000-0000-0000-000000000000}" dt="2026-10-05T13:46:59.038" v="154"/>
        <pc:sldMkLst>
          <pc:docMk/>
          <pc:sldMk cId="0" sldId="4725"/>
        </pc:sldMkLst>
      </pc:sldChg>
      <pc:sldChg chg="delSp modSp">
        <pc:chgData name="Umesh Nikam" userId="S::umesh.nikam@softdel.com::5fee19d9-82ef-4b27-8766-eff6e0932e5e" providerId="AD" clId="Web-{00000000-0000-0000-0000-000000000000}" dt="2026-10-05T14:02:29.784" v="391" actId="20577"/>
        <pc:sldMkLst>
          <pc:docMk/>
          <pc:sldMk cId="0" sldId="4726"/>
        </pc:sldMkLst>
        <pc:spChg chg="mod">
          <ac:chgData name="Umesh Nikam" userId="S::umesh.nikam@softdel.com::5fee19d9-82ef-4b27-8766-eff6e0932e5e" providerId="AD" clId="Web-{00000000-0000-0000-0000-000000000000}" dt="2026-10-05T14:02:29.784" v="391" actId="20577"/>
          <ac:spMkLst>
            <pc:docMk/>
            <pc:sldMk cId="0" sldId="4726"/>
            <ac:spMk id="2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47:53.477" v="171"/>
          <ac:spMkLst>
            <pc:docMk/>
            <pc:sldMk cId="0" sldId="4726"/>
            <ac:spMk id="3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47:57.914" v="172"/>
          <ac:spMkLst>
            <pc:docMk/>
            <pc:sldMk cId="0" sldId="4726"/>
            <ac:spMk id="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8:42.071" v="206" actId="1076"/>
          <ac:spMkLst>
            <pc:docMk/>
            <pc:sldMk cId="0" sldId="4726"/>
            <ac:spMk id="6" creationId="{00000000-0000-0000-0000-000000000000}"/>
          </ac:spMkLst>
        </pc:spChg>
        <pc:graphicFrameChg chg="mod modGraphic">
          <ac:chgData name="Umesh Nikam" userId="S::umesh.nikam@softdel.com::5fee19d9-82ef-4b27-8766-eff6e0932e5e" providerId="AD" clId="Web-{00000000-0000-0000-0000-000000000000}" dt="2026-10-05T13:48:42.040" v="205" actId="1076"/>
          <ac:graphicFrameMkLst>
            <pc:docMk/>
            <pc:sldMk cId="0" sldId="4726"/>
            <ac:graphicFrameMk id="5" creationId="{00000000-0000-0000-0000-000000000000}"/>
          </ac:graphicFrameMkLst>
        </pc:graphicFrameChg>
      </pc:sldChg>
      <pc:sldChg chg="delSp modSp">
        <pc:chgData name="Umesh Nikam" userId="S::umesh.nikam@softdel.com::5fee19d9-82ef-4b27-8766-eff6e0932e5e" providerId="AD" clId="Web-{00000000-0000-0000-0000-000000000000}" dt="2026-10-05T14:02:56.300" v="398" actId="20577"/>
        <pc:sldMkLst>
          <pc:docMk/>
          <pc:sldMk cId="0" sldId="4727"/>
        </pc:sldMkLst>
        <pc:spChg chg="mod">
          <ac:chgData name="Umesh Nikam" userId="S::umesh.nikam@softdel.com::5fee19d9-82ef-4b27-8766-eff6e0932e5e" providerId="AD" clId="Web-{00000000-0000-0000-0000-000000000000}" dt="2026-10-05T14:02:56.300" v="398" actId="20577"/>
          <ac:spMkLst>
            <pc:docMk/>
            <pc:sldMk cId="0" sldId="4727"/>
            <ac:spMk id="2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49:35.696" v="214"/>
          <ac:spMkLst>
            <pc:docMk/>
            <pc:sldMk cId="0" sldId="4727"/>
            <ac:spMk id="3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49:35.696" v="213"/>
          <ac:spMkLst>
            <pc:docMk/>
            <pc:sldMk cId="0" sldId="4727"/>
            <ac:spMk id="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49:39.306" v="216" actId="1076"/>
          <ac:spMkLst>
            <pc:docMk/>
            <pc:sldMk cId="0" sldId="4727"/>
            <ac:spMk id="6" creationId="{00000000-0000-0000-0000-000000000000}"/>
          </ac:spMkLst>
        </pc:spChg>
        <pc:graphicFrameChg chg="mod">
          <ac:chgData name="Umesh Nikam" userId="S::umesh.nikam@softdel.com::5fee19d9-82ef-4b27-8766-eff6e0932e5e" providerId="AD" clId="Web-{00000000-0000-0000-0000-000000000000}" dt="2026-10-05T13:49:39.259" v="215" actId="1076"/>
          <ac:graphicFrameMkLst>
            <pc:docMk/>
            <pc:sldMk cId="0" sldId="4727"/>
            <ac:graphicFrameMk id="5" creationId="{00000000-0000-0000-0000-000000000000}"/>
          </ac:graphicFrameMkLst>
        </pc:graphicFrameChg>
      </pc:sldChg>
      <pc:sldChg chg="delSp modSp">
        <pc:chgData name="Umesh Nikam" userId="S::umesh.nikam@softdel.com::5fee19d9-82ef-4b27-8766-eff6e0932e5e" providerId="AD" clId="Web-{00000000-0000-0000-0000-000000000000}" dt="2026-10-05T14:12:01.540" v="433" actId="20577"/>
        <pc:sldMkLst>
          <pc:docMk/>
          <pc:sldMk cId="0" sldId="4728"/>
        </pc:sldMkLst>
        <pc:spChg chg="mod">
          <ac:chgData name="Umesh Nikam" userId="S::umesh.nikam@softdel.com::5fee19d9-82ef-4b27-8766-eff6e0932e5e" providerId="AD" clId="Web-{00000000-0000-0000-0000-000000000000}" dt="2026-10-05T14:04:06.926" v="402" actId="20577"/>
          <ac:spMkLst>
            <pc:docMk/>
            <pc:sldMk cId="0" sldId="4728"/>
            <ac:spMk id="2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45.416" v="232"/>
          <ac:spMkLst>
            <pc:docMk/>
            <pc:sldMk cId="0" sldId="4728"/>
            <ac:spMk id="3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40.228" v="231"/>
          <ac:spMkLst>
            <pc:docMk/>
            <pc:sldMk cId="0" sldId="4728"/>
            <ac:spMk id="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822" v="233" actId="1076"/>
          <ac:spMkLst>
            <pc:docMk/>
            <pc:sldMk cId="0" sldId="4728"/>
            <ac:spMk id="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853" v="234" actId="1076"/>
          <ac:spMkLst>
            <pc:docMk/>
            <pc:sldMk cId="0" sldId="4728"/>
            <ac:spMk id="6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30"/>
          <ac:spMkLst>
            <pc:docMk/>
            <pc:sldMk cId="0" sldId="4728"/>
            <ac:spMk id="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869" v="235" actId="1076"/>
          <ac:spMkLst>
            <pc:docMk/>
            <pc:sldMk cId="0" sldId="4728"/>
            <ac:spMk id="8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1:24.854" v="284" actId="20577"/>
          <ac:spMkLst>
            <pc:docMk/>
            <pc:sldMk cId="0" sldId="4728"/>
            <ac:spMk id="9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80"/>
          <ac:spMkLst>
            <pc:docMk/>
            <pc:sldMk cId="0" sldId="4728"/>
            <ac:spMk id="1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947" v="238" actId="1076"/>
          <ac:spMkLst>
            <pc:docMk/>
            <pc:sldMk cId="0" sldId="4728"/>
            <ac:spMk id="1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963" v="239" actId="1076"/>
          <ac:spMkLst>
            <pc:docMk/>
            <pc:sldMk cId="0" sldId="4728"/>
            <ac:spMk id="12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9"/>
          <ac:spMkLst>
            <pc:docMk/>
            <pc:sldMk cId="0" sldId="4728"/>
            <ac:spMk id="13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2.994" v="240" actId="1076"/>
          <ac:spMkLst>
            <pc:docMk/>
            <pc:sldMk cId="0" sldId="4728"/>
            <ac:spMk id="1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1:40.370" v="288" actId="20577"/>
          <ac:spMkLst>
            <pc:docMk/>
            <pc:sldMk cId="0" sldId="4728"/>
            <ac:spMk id="15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9"/>
          <ac:spMkLst>
            <pc:docMk/>
            <pc:sldMk cId="0" sldId="4728"/>
            <ac:spMk id="16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057" v="243" actId="1076"/>
          <ac:spMkLst>
            <pc:docMk/>
            <pc:sldMk cId="0" sldId="4728"/>
            <ac:spMk id="1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088" v="244" actId="1076"/>
          <ac:spMkLst>
            <pc:docMk/>
            <pc:sldMk cId="0" sldId="4728"/>
            <ac:spMk id="18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8"/>
          <ac:spMkLst>
            <pc:docMk/>
            <pc:sldMk cId="0" sldId="4728"/>
            <ac:spMk id="19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103" v="245" actId="1076"/>
          <ac:spMkLst>
            <pc:docMk/>
            <pc:sldMk cId="0" sldId="4728"/>
            <ac:spMk id="2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1:49.026" v="291" actId="20577"/>
          <ac:spMkLst>
            <pc:docMk/>
            <pc:sldMk cId="0" sldId="4728"/>
            <ac:spMk id="21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8"/>
          <ac:spMkLst>
            <pc:docMk/>
            <pc:sldMk cId="0" sldId="4728"/>
            <ac:spMk id="22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182" v="248" actId="1076"/>
          <ac:spMkLst>
            <pc:docMk/>
            <pc:sldMk cId="0" sldId="4728"/>
            <ac:spMk id="23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197" v="249" actId="1076"/>
          <ac:spMkLst>
            <pc:docMk/>
            <pc:sldMk cId="0" sldId="4728"/>
            <ac:spMk id="24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7"/>
          <ac:spMkLst>
            <pc:docMk/>
            <pc:sldMk cId="0" sldId="4728"/>
            <ac:spMk id="2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228" v="250" actId="1076"/>
          <ac:spMkLst>
            <pc:docMk/>
            <pc:sldMk cId="0" sldId="4728"/>
            <ac:spMk id="26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2:03.198" v="294" actId="20577"/>
          <ac:spMkLst>
            <pc:docMk/>
            <pc:sldMk cId="0" sldId="4728"/>
            <ac:spMk id="27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7"/>
          <ac:spMkLst>
            <pc:docMk/>
            <pc:sldMk cId="0" sldId="4728"/>
            <ac:spMk id="28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291" v="253" actId="1076"/>
          <ac:spMkLst>
            <pc:docMk/>
            <pc:sldMk cId="0" sldId="4728"/>
            <ac:spMk id="29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322" v="254" actId="1076"/>
          <ac:spMkLst>
            <pc:docMk/>
            <pc:sldMk cId="0" sldId="4728"/>
            <ac:spMk id="30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6"/>
          <ac:spMkLst>
            <pc:docMk/>
            <pc:sldMk cId="0" sldId="4728"/>
            <ac:spMk id="3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338" v="255" actId="1076"/>
          <ac:spMkLst>
            <pc:docMk/>
            <pc:sldMk cId="0" sldId="4728"/>
            <ac:spMk id="32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5:25.856" v="314" actId="20577"/>
          <ac:spMkLst>
            <pc:docMk/>
            <pc:sldMk cId="0" sldId="4728"/>
            <ac:spMk id="33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6"/>
          <ac:spMkLst>
            <pc:docMk/>
            <pc:sldMk cId="0" sldId="4728"/>
            <ac:spMk id="3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416" v="258" actId="1076"/>
          <ac:spMkLst>
            <pc:docMk/>
            <pc:sldMk cId="0" sldId="4728"/>
            <ac:spMk id="3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432" v="259" actId="1076"/>
          <ac:spMkLst>
            <pc:docMk/>
            <pc:sldMk cId="0" sldId="4728"/>
            <ac:spMk id="36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5"/>
          <ac:spMkLst>
            <pc:docMk/>
            <pc:sldMk cId="0" sldId="4728"/>
            <ac:spMk id="3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5:45.106" v="320" actId="20577"/>
          <ac:spMkLst>
            <pc:docMk/>
            <pc:sldMk cId="0" sldId="4728"/>
            <ac:spMk id="38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478" v="261" actId="1076"/>
          <ac:spMkLst>
            <pc:docMk/>
            <pc:sldMk cId="0" sldId="4728"/>
            <ac:spMk id="39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5"/>
          <ac:spMkLst>
            <pc:docMk/>
            <pc:sldMk cId="0" sldId="4728"/>
            <ac:spMk id="4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525" v="263" actId="1076"/>
          <ac:spMkLst>
            <pc:docMk/>
            <pc:sldMk cId="0" sldId="4728"/>
            <ac:spMk id="4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557" v="264" actId="1076"/>
          <ac:spMkLst>
            <pc:docMk/>
            <pc:sldMk cId="0" sldId="4728"/>
            <ac:spMk id="42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4"/>
          <ac:spMkLst>
            <pc:docMk/>
            <pc:sldMk cId="0" sldId="4728"/>
            <ac:spMk id="43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572" v="265" actId="1076"/>
          <ac:spMkLst>
            <pc:docMk/>
            <pc:sldMk cId="0" sldId="4728"/>
            <ac:spMk id="4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603" v="266" actId="1076"/>
          <ac:spMkLst>
            <pc:docMk/>
            <pc:sldMk cId="0" sldId="4728"/>
            <ac:spMk id="45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44" v="274"/>
          <ac:spMkLst>
            <pc:docMk/>
            <pc:sldMk cId="0" sldId="4728"/>
            <ac:spMk id="46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650" v="268" actId="1076"/>
          <ac:spMkLst>
            <pc:docMk/>
            <pc:sldMk cId="0" sldId="4728"/>
            <ac:spMk id="4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666" v="269" actId="1076"/>
          <ac:spMkLst>
            <pc:docMk/>
            <pc:sldMk cId="0" sldId="4728"/>
            <ac:spMk id="48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0:36.791" v="223"/>
          <ac:spMkLst>
            <pc:docMk/>
            <pc:sldMk cId="0" sldId="4728"/>
            <ac:spMk id="49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0:53.697" v="270" actId="1076"/>
          <ac:spMkLst>
            <pc:docMk/>
            <pc:sldMk cId="0" sldId="4728"/>
            <ac:spMk id="5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12:01.540" v="433" actId="20577"/>
          <ac:spMkLst>
            <pc:docMk/>
            <pc:sldMk cId="0" sldId="4728"/>
            <ac:spMk id="51" creationId="{00000000-0000-0000-0000-000000000000}"/>
          </ac:spMkLst>
        </pc:spChg>
        <pc:spChg chg="del mod">
          <ac:chgData name="Umesh Nikam" userId="S::umesh.nikam@softdel.com::5fee19d9-82ef-4b27-8766-eff6e0932e5e" providerId="AD" clId="Web-{00000000-0000-0000-0000-000000000000}" dt="2026-10-05T13:51:08.729" v="273"/>
          <ac:spMkLst>
            <pc:docMk/>
            <pc:sldMk cId="0" sldId="4728"/>
            <ac:spMk id="52" creationId="{00000000-0000-0000-0000-000000000000}"/>
          </ac:spMkLst>
        </pc:spChg>
      </pc:sldChg>
      <pc:sldChg chg="delSp modSp">
        <pc:chgData name="Umesh Nikam" userId="S::umesh.nikam@softdel.com::5fee19d9-82ef-4b27-8766-eff6e0932e5e" providerId="AD" clId="Web-{00000000-0000-0000-0000-000000000000}" dt="2026-10-05T14:05:12.099" v="424" actId="20577"/>
        <pc:sldMkLst>
          <pc:docMk/>
          <pc:sldMk cId="0" sldId="4730"/>
        </pc:sldMkLst>
        <pc:spChg chg="mod">
          <ac:chgData name="Umesh Nikam" userId="S::umesh.nikam@softdel.com::5fee19d9-82ef-4b27-8766-eff6e0932e5e" providerId="AD" clId="Web-{00000000-0000-0000-0000-000000000000}" dt="2026-10-05T14:04:51.739" v="415" actId="20577"/>
          <ac:spMkLst>
            <pc:docMk/>
            <pc:sldMk cId="0" sldId="4730"/>
            <ac:spMk id="2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7:23.484" v="347"/>
          <ac:spMkLst>
            <pc:docMk/>
            <pc:sldMk cId="0" sldId="4730"/>
            <ac:spMk id="3" creationId="{00000000-0000-0000-0000-000000000000}"/>
          </ac:spMkLst>
        </pc:spChg>
        <pc:spChg chg="del">
          <ac:chgData name="Umesh Nikam" userId="S::umesh.nikam@softdel.com::5fee19d9-82ef-4b27-8766-eff6e0932e5e" providerId="AD" clId="Web-{00000000-0000-0000-0000-000000000000}" dt="2026-10-05T13:57:26.328" v="348"/>
          <ac:spMkLst>
            <pc:docMk/>
            <pc:sldMk cId="0" sldId="4730"/>
            <ac:spMk id="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469" v="349" actId="1076"/>
          <ac:spMkLst>
            <pc:docMk/>
            <pc:sldMk cId="0" sldId="4730"/>
            <ac:spMk id="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500" v="350" actId="1076"/>
          <ac:spMkLst>
            <pc:docMk/>
            <pc:sldMk cId="0" sldId="4730"/>
            <ac:spMk id="6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5:05.833" v="418" actId="20577"/>
          <ac:spMkLst>
            <pc:docMk/>
            <pc:sldMk cId="0" sldId="4730"/>
            <ac:spMk id="7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547" v="352" actId="1076"/>
          <ac:spMkLst>
            <pc:docMk/>
            <pc:sldMk cId="0" sldId="4730"/>
            <ac:spMk id="8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562" v="353" actId="1076"/>
          <ac:spMkLst>
            <pc:docMk/>
            <pc:sldMk cId="0" sldId="4730"/>
            <ac:spMk id="9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578" v="354" actId="1076"/>
          <ac:spMkLst>
            <pc:docMk/>
            <pc:sldMk cId="0" sldId="4730"/>
            <ac:spMk id="10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5:07.692" v="421" actId="20577"/>
          <ac:spMkLst>
            <pc:docMk/>
            <pc:sldMk cId="0" sldId="4730"/>
            <ac:spMk id="11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8:58.032" v="373" actId="20577"/>
          <ac:spMkLst>
            <pc:docMk/>
            <pc:sldMk cId="0" sldId="4730"/>
            <ac:spMk id="12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641" v="357" actId="1076"/>
          <ac:spMkLst>
            <pc:docMk/>
            <pc:sldMk cId="0" sldId="4730"/>
            <ac:spMk id="13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7:31.656" v="358" actId="1076"/>
          <ac:spMkLst>
            <pc:docMk/>
            <pc:sldMk cId="0" sldId="4730"/>
            <ac:spMk id="14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4:05:12.099" v="424" actId="20577"/>
          <ac:spMkLst>
            <pc:docMk/>
            <pc:sldMk cId="0" sldId="4730"/>
            <ac:spMk id="15" creationId="{00000000-0000-0000-0000-000000000000}"/>
          </ac:spMkLst>
        </pc:spChg>
        <pc:spChg chg="mod">
          <ac:chgData name="Umesh Nikam" userId="S::umesh.nikam@softdel.com::5fee19d9-82ef-4b27-8766-eff6e0932e5e" providerId="AD" clId="Web-{00000000-0000-0000-0000-000000000000}" dt="2026-10-05T13:59:51.158" v="380" actId="20577"/>
          <ac:spMkLst>
            <pc:docMk/>
            <pc:sldMk cId="0" sldId="4730"/>
            <ac:spMk id="16" creationId="{00000000-0000-0000-0000-000000000000}"/>
          </ac:spMkLst>
        </pc:spChg>
      </pc:sldChg>
    </pc:docChg>
  </pc:docChgLst>
  <pc:docChgLst>
    <pc:chgData name="Umesh Nikam" userId="S::umesh.nikam@softdel.com::5fee19d9-82ef-4b27-8766-eff6e0932e5e" providerId="AD" clId="Web-{30E625D5-8A9F-DC8D-211C-5C93C51AE2FF}"/>
    <pc:docChg chg="modSld">
      <pc:chgData name="Umesh Nikam" userId="S::umesh.nikam@softdel.com::5fee19d9-82ef-4b27-8766-eff6e0932e5e" providerId="AD" clId="Web-{30E625D5-8A9F-DC8D-211C-5C93C51AE2FF}" dt="2026-10-05T12:03:48.914" v="81" actId="20577"/>
      <pc:docMkLst>
        <pc:docMk/>
      </pc:docMkLst>
      <pc:sldChg chg="modSp">
        <pc:chgData name="Umesh Nikam" userId="S::umesh.nikam@softdel.com::5fee19d9-82ef-4b27-8766-eff6e0932e5e" providerId="AD" clId="Web-{30E625D5-8A9F-DC8D-211C-5C93C51AE2FF}" dt="2026-10-05T12:02:26.976" v="65" actId="20577"/>
        <pc:sldMkLst>
          <pc:docMk/>
          <pc:sldMk cId="0" sldId="4722"/>
        </pc:sldMkLst>
        <pc:spChg chg="mod">
          <ac:chgData name="Umesh Nikam" userId="S::umesh.nikam@softdel.com::5fee19d9-82ef-4b27-8766-eff6e0932e5e" providerId="AD" clId="Web-{30E625D5-8A9F-DC8D-211C-5C93C51AE2FF}" dt="2026-10-05T12:02:26.976" v="65" actId="20577"/>
          <ac:spMkLst>
            <pc:docMk/>
            <pc:sldMk cId="0" sldId="4722"/>
            <ac:spMk id="3" creationId="{00000000-0000-0000-0000-000000000000}"/>
          </ac:spMkLst>
        </pc:spChg>
      </pc:sldChg>
      <pc:sldChg chg="modSp">
        <pc:chgData name="Umesh Nikam" userId="S::umesh.nikam@softdel.com::5fee19d9-82ef-4b27-8766-eff6e0932e5e" providerId="AD" clId="Web-{30E625D5-8A9F-DC8D-211C-5C93C51AE2FF}" dt="2026-10-05T12:03:27.179" v="78" actId="20577"/>
        <pc:sldMkLst>
          <pc:docMk/>
          <pc:sldMk cId="0" sldId="4724"/>
        </pc:sldMkLst>
        <pc:spChg chg="mod">
          <ac:chgData name="Umesh Nikam" userId="S::umesh.nikam@softdel.com::5fee19d9-82ef-4b27-8766-eff6e0932e5e" providerId="AD" clId="Web-{30E625D5-8A9F-DC8D-211C-5C93C51AE2FF}" dt="2026-10-05T12:03:27.179" v="78" actId="20577"/>
          <ac:spMkLst>
            <pc:docMk/>
            <pc:sldMk cId="0" sldId="4724"/>
            <ac:spMk id="2" creationId="{00000000-0000-0000-0000-000000000000}"/>
          </ac:spMkLst>
        </pc:spChg>
      </pc:sldChg>
      <pc:sldChg chg="modSp">
        <pc:chgData name="Umesh Nikam" userId="S::umesh.nikam@softdel.com::5fee19d9-82ef-4b27-8766-eff6e0932e5e" providerId="AD" clId="Web-{30E625D5-8A9F-DC8D-211C-5C93C51AE2FF}" dt="2026-10-05T12:03:48.914" v="81" actId="20577"/>
        <pc:sldMkLst>
          <pc:docMk/>
          <pc:sldMk cId="0" sldId="4725"/>
        </pc:sldMkLst>
        <pc:spChg chg="mod">
          <ac:chgData name="Umesh Nikam" userId="S::umesh.nikam@softdel.com::5fee19d9-82ef-4b27-8766-eff6e0932e5e" providerId="AD" clId="Web-{30E625D5-8A9F-DC8D-211C-5C93C51AE2FF}" dt="2026-10-05T12:03:48.914" v="81" actId="20577"/>
          <ac:spMkLst>
            <pc:docMk/>
            <pc:sldMk cId="0" sldId="4725"/>
            <ac:spMk id="3" creationId="{00000000-0000-0000-0000-000000000000}"/>
          </ac:spMkLst>
        </pc:spChg>
      </pc:sldChg>
      <pc:sldChg chg="mod modShow">
        <pc:chgData name="Umesh Nikam" userId="S::umesh.nikam@softdel.com::5fee19d9-82ef-4b27-8766-eff6e0932e5e" providerId="AD" clId="Web-{30E625D5-8A9F-DC8D-211C-5C93C51AE2FF}" dt="2026-10-05T11:48:59.582" v="16"/>
        <pc:sldMkLst>
          <pc:docMk/>
          <pc:sldMk cId="0" sldId="4729"/>
        </pc:sldMkLst>
      </pc:sldChg>
      <pc:sldChg chg="modSp">
        <pc:chgData name="Umesh Nikam" userId="S::umesh.nikam@softdel.com::5fee19d9-82ef-4b27-8766-eff6e0932e5e" providerId="AD" clId="Web-{30E625D5-8A9F-DC8D-211C-5C93C51AE2FF}" dt="2026-10-05T11:58:36.413" v="58" actId="20577"/>
        <pc:sldMkLst>
          <pc:docMk/>
          <pc:sldMk cId="0" sldId="4730"/>
        </pc:sldMkLst>
        <pc:spChg chg="mod">
          <ac:chgData name="Umesh Nikam" userId="S::umesh.nikam@softdel.com::5fee19d9-82ef-4b27-8766-eff6e0932e5e" providerId="AD" clId="Web-{30E625D5-8A9F-DC8D-211C-5C93C51AE2FF}" dt="2026-10-05T11:58:36.413" v="58" actId="20577"/>
          <ac:spMkLst>
            <pc:docMk/>
            <pc:sldMk cId="0" sldId="4730"/>
            <ac:spMk id="8" creationId="{00000000-0000-0000-0000-000000000000}"/>
          </ac:spMkLst>
        </pc:spChg>
        <pc:spChg chg="mod">
          <ac:chgData name="Umesh Nikam" userId="S::umesh.nikam@softdel.com::5fee19d9-82ef-4b27-8766-eff6e0932e5e" providerId="AD" clId="Web-{30E625D5-8A9F-DC8D-211C-5C93C51AE2FF}" dt="2026-10-05T11:56:51.069" v="49" actId="20577"/>
          <ac:spMkLst>
            <pc:docMk/>
            <pc:sldMk cId="0" sldId="4730"/>
            <ac:spMk id="12" creationId="{00000000-0000-0000-0000-000000000000}"/>
          </ac:spMkLst>
        </pc:spChg>
        <pc:spChg chg="mod">
          <ac:chgData name="Umesh Nikam" userId="S::umesh.nikam@softdel.com::5fee19d9-82ef-4b27-8766-eff6e0932e5e" providerId="AD" clId="Web-{30E625D5-8A9F-DC8D-211C-5C93C51AE2FF}" dt="2026-10-05T11:56:37.616" v="36" actId="20577"/>
          <ac:spMkLst>
            <pc:docMk/>
            <pc:sldMk cId="0" sldId="4730"/>
            <ac:spMk id="16" creationId="{00000000-0000-0000-0000-000000000000}"/>
          </ac:spMkLst>
        </pc:spChg>
      </pc:sldChg>
      <pc:sldChg chg="mod modShow">
        <pc:chgData name="Umesh Nikam" userId="S::umesh.nikam@softdel.com::5fee19d9-82ef-4b27-8766-eff6e0932e5e" providerId="AD" clId="Web-{30E625D5-8A9F-DC8D-211C-5C93C51AE2FF}" dt="2026-10-05T11:48:41.660" v="15"/>
        <pc:sldMkLst>
          <pc:docMk/>
          <pc:sldMk cId="0" sldId="4731"/>
        </pc:sldMkLst>
      </pc:sldChg>
    </pc:docChg>
  </pc:docChgLst>
  <pc:docChgLst>
    <pc:chgData name="Umesh Nikam" userId="S::umesh.nikam@softdel.com::5fee19d9-82ef-4b27-8766-eff6e0932e5e" providerId="AD" clId="Web-{4F0559CF-19F3-D96B-912A-BAF7A4FE31F1}"/>
    <pc:docChg chg="modSld">
      <pc:chgData name="Umesh Nikam" userId="S::umesh.nikam@softdel.com::5fee19d9-82ef-4b27-8766-eff6e0932e5e" providerId="AD" clId="Web-{4F0559CF-19F3-D96B-912A-BAF7A4FE31F1}" dt="2026-10-06T06:19:19.203" v="29"/>
      <pc:docMkLst>
        <pc:docMk/>
      </pc:docMkLst>
      <pc:sldChg chg="modSp">
        <pc:chgData name="Umesh Nikam" userId="S::umesh.nikam@softdel.com::5fee19d9-82ef-4b27-8766-eff6e0932e5e" providerId="AD" clId="Web-{4F0559CF-19F3-D96B-912A-BAF7A4FE31F1}" dt="2026-10-06T06:19:08.547" v="13"/>
        <pc:sldMkLst>
          <pc:docMk/>
          <pc:sldMk cId="0" sldId="4726"/>
        </pc:sldMkLst>
        <pc:graphicFrameChg chg="mod modGraphic">
          <ac:chgData name="Umesh Nikam" userId="S::umesh.nikam@softdel.com::5fee19d9-82ef-4b27-8766-eff6e0932e5e" providerId="AD" clId="Web-{4F0559CF-19F3-D96B-912A-BAF7A4FE31F1}" dt="2026-10-06T06:19:08.547" v="13"/>
          <ac:graphicFrameMkLst>
            <pc:docMk/>
            <pc:sldMk cId="0" sldId="4726"/>
            <ac:graphicFrameMk id="5" creationId="{00000000-0000-0000-0000-000000000000}"/>
          </ac:graphicFrameMkLst>
        </pc:graphicFrameChg>
      </pc:sldChg>
      <pc:sldChg chg="modSp">
        <pc:chgData name="Umesh Nikam" userId="S::umesh.nikam@softdel.com::5fee19d9-82ef-4b27-8766-eff6e0932e5e" providerId="AD" clId="Web-{4F0559CF-19F3-D96B-912A-BAF7A4FE31F1}" dt="2026-10-06T06:19:19.203" v="29"/>
        <pc:sldMkLst>
          <pc:docMk/>
          <pc:sldMk cId="0" sldId="4727"/>
        </pc:sldMkLst>
        <pc:graphicFrameChg chg="mod modGraphic">
          <ac:chgData name="Umesh Nikam" userId="S::umesh.nikam@softdel.com::5fee19d9-82ef-4b27-8766-eff6e0932e5e" providerId="AD" clId="Web-{4F0559CF-19F3-D96B-912A-BAF7A4FE31F1}" dt="2026-10-06T06:19:19.203" v="29"/>
          <ac:graphicFrameMkLst>
            <pc:docMk/>
            <pc:sldMk cId="0" sldId="4727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70834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Cover Slide" preserve="1">
  <p:cSld name="8_Cover Slide opt">
    <p:bg>
      <p:bgPr>
        <a:solidFill>
          <a:schemeClr val="lt1">
            <a:alpha val="4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DA3647-08F3-4401-9E83-78A9CB298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367" r="9367"/>
          <a:stretch/>
        </p:blipFill>
        <p:spPr>
          <a:xfrm>
            <a:off x="5713072" y="0"/>
            <a:ext cx="8918916" cy="8231189"/>
          </a:xfrm>
          <a:prstGeom prst="rect">
            <a:avLst/>
          </a:prstGeom>
        </p:spPr>
      </p:pic>
      <p:sp>
        <p:nvSpPr>
          <p:cNvPr id="16" name="Google Shape;205;p3">
            <a:extLst>
              <a:ext uri="{FF2B5EF4-FFF2-40B4-BE49-F238E27FC236}">
                <a16:creationId xmlns:a16="http://schemas.microsoft.com/office/drawing/2014/main" id="{60BB23C8-1EEB-4F65-A5FB-CB301D01E259}"/>
              </a:ext>
            </a:extLst>
          </p:cNvPr>
          <p:cNvSpPr/>
          <p:nvPr userDrawn="1"/>
        </p:nvSpPr>
        <p:spPr>
          <a:xfrm>
            <a:off x="0" y="1588"/>
            <a:ext cx="5713072" cy="8229600"/>
          </a:xfrm>
          <a:prstGeom prst="rect">
            <a:avLst/>
          </a:prstGeom>
          <a:solidFill>
            <a:srgbClr val="0070C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20" b="0" i="0" u="none" strike="noStrike" cap="none">
              <a:solidFill>
                <a:srgbClr val="BD1E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62803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  <p15:guide id="3" pos="2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Cover Slide" preserve="1" userDrawn="1">
  <p:cSld name="10_Cover Slide">
    <p:bg>
      <p:bgPr>
        <a:solidFill>
          <a:schemeClr val="lt1">
            <a:alpha val="4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6C6D2B-3149-1405-F97E-D031C514AB5D}"/>
              </a:ext>
            </a:extLst>
          </p:cNvPr>
          <p:cNvSpPr/>
          <p:nvPr userDrawn="1"/>
        </p:nvSpPr>
        <p:spPr>
          <a:xfrm>
            <a:off x="0" y="4779265"/>
            <a:ext cx="14628308" cy="3451924"/>
          </a:xfrm>
          <a:prstGeom prst="rect">
            <a:avLst/>
          </a:prstGeom>
          <a:gradFill flip="none" rotWithShape="1">
            <a:gsLst>
              <a:gs pos="36000">
                <a:srgbClr val="2453CB"/>
              </a:gs>
              <a:gs pos="100000">
                <a:srgbClr val="00B0F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A blue background with dots and lines&#10;&#10;Description automatically generated">
            <a:extLst>
              <a:ext uri="{FF2B5EF4-FFF2-40B4-BE49-F238E27FC236}">
                <a16:creationId xmlns:a16="http://schemas.microsoft.com/office/drawing/2014/main" id="{86BF0B59-7D93-100D-8D76-CE319C642C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5633" r="-1" b="12413"/>
          <a:stretch/>
        </p:blipFill>
        <p:spPr>
          <a:xfrm>
            <a:off x="0" y="4779264"/>
            <a:ext cx="14559280" cy="345192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3523090-AA53-AA15-39F1-2C2D01935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685" y="577333"/>
            <a:ext cx="1828800" cy="629411"/>
          </a:xfrm>
          <a:prstGeom prst="rect">
            <a:avLst/>
          </a:prstGeom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81D46FF9-4CFB-4DEE-2904-3B6504CE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28" y="2115843"/>
            <a:ext cx="13168789" cy="1794612"/>
          </a:xfrm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>
              <a:defRPr lang="en-IN" sz="4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Arial"/>
              </a:defRPr>
            </a:lvl1pPr>
          </a:lstStyle>
          <a:p>
            <a:pPr lvl="0" defTabSz="761878" eaLnBrk="1" latinLnBrk="0" hangingPunct="1">
              <a:spcBef>
                <a:spcPct val="0"/>
              </a:spcBef>
              <a:buClr>
                <a:srgbClr val="000000"/>
              </a:buClr>
              <a:buFont typeface="Arial"/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483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  <p15:guide id="3" pos="2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9_Cover Slide">
  <p:cSld name="9_Cover Slide">
    <p:bg>
      <p:bgPr>
        <a:solidFill>
          <a:schemeClr val="lt1">
            <a:alpha val="40000"/>
          </a:schemeClr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/>
          <p:nvPr/>
        </p:nvSpPr>
        <p:spPr>
          <a:xfrm>
            <a:off x="0" y="0"/>
            <a:ext cx="5405718" cy="8234839"/>
          </a:xfrm>
          <a:prstGeom prst="rect">
            <a:avLst/>
          </a:prstGeom>
          <a:solidFill>
            <a:srgbClr val="0C0C0C">
              <a:alpha val="7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2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" name="Google Shape;98;p32"/>
          <p:cNvSpPr txBox="1"/>
          <p:nvPr/>
        </p:nvSpPr>
        <p:spPr>
          <a:xfrm>
            <a:off x="161408" y="3526678"/>
            <a:ext cx="4501899" cy="76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en-US" sz="40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Together we</a:t>
            </a:r>
            <a:br>
              <a:rPr lang="en-US" sz="40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40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innovate faster. </a:t>
            </a:r>
            <a:endParaRPr sz="4000" b="1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" name="Google Shape;99;p32"/>
          <p:cNvSpPr txBox="1"/>
          <p:nvPr/>
        </p:nvSpPr>
        <p:spPr>
          <a:xfrm>
            <a:off x="255537" y="4293441"/>
            <a:ext cx="4341643" cy="32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lang="en-US" sz="185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Softdel Group Corporate Presentation</a:t>
            </a:r>
            <a:endParaRPr sz="185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0" name="Google Shape;10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9024" y="237285"/>
            <a:ext cx="1943100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2"/>
          <p:cNvSpPr txBox="1"/>
          <p:nvPr/>
        </p:nvSpPr>
        <p:spPr>
          <a:xfrm>
            <a:off x="239983" y="7412943"/>
            <a:ext cx="3951313" cy="4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54850" rIns="109725" bIns="54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August 25, 2020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237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  <p15:guide id="3" pos="2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Slide" preserve="1" userDrawn="1">
  <p:cSld name="3_Content Slide opt 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5;p35">
            <a:extLst>
              <a:ext uri="{FF2B5EF4-FFF2-40B4-BE49-F238E27FC236}">
                <a16:creationId xmlns:a16="http://schemas.microsoft.com/office/drawing/2014/main" id="{FCB5A0C3-CBCB-8B4F-865E-4141AC4259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09" y="7735094"/>
            <a:ext cx="14636097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7;p35">
            <a:extLst>
              <a:ext uri="{FF2B5EF4-FFF2-40B4-BE49-F238E27FC236}">
                <a16:creationId xmlns:a16="http://schemas.microsoft.com/office/drawing/2014/main" id="{C5258E1D-9F59-DB46-B672-1C97928531CF}"/>
              </a:ext>
            </a:extLst>
          </p:cNvPr>
          <p:cNvSpPr txBox="1"/>
          <p:nvPr userDrawn="1"/>
        </p:nvSpPr>
        <p:spPr>
          <a:xfrm>
            <a:off x="11782087" y="7838822"/>
            <a:ext cx="192024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Document Name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cxnSp>
        <p:nvCxnSpPr>
          <p:cNvPr id="11" name="Google Shape;118;p35">
            <a:extLst>
              <a:ext uri="{FF2B5EF4-FFF2-40B4-BE49-F238E27FC236}">
                <a16:creationId xmlns:a16="http://schemas.microsoft.com/office/drawing/2014/main" id="{1C5D379F-1CA3-0B4E-90E0-923DA4E18567}"/>
              </a:ext>
            </a:extLst>
          </p:cNvPr>
          <p:cNvCxnSpPr/>
          <p:nvPr userDrawn="1"/>
        </p:nvCxnSpPr>
        <p:spPr>
          <a:xfrm rot="5400000">
            <a:off x="13694858" y="7989692"/>
            <a:ext cx="288000" cy="158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9;p35">
            <a:extLst>
              <a:ext uri="{FF2B5EF4-FFF2-40B4-BE49-F238E27FC236}">
                <a16:creationId xmlns:a16="http://schemas.microsoft.com/office/drawing/2014/main" id="{9C2A2F0D-77A9-1E41-AF52-E0DF2B120447}"/>
              </a:ext>
            </a:extLst>
          </p:cNvPr>
          <p:cNvSpPr txBox="1"/>
          <p:nvPr userDrawn="1"/>
        </p:nvSpPr>
        <p:spPr>
          <a:xfrm>
            <a:off x="13901775" y="7838822"/>
            <a:ext cx="640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‹#›</a:t>
            </a:fld>
            <a:endParaRPr sz="1400">
              <a:solidFill>
                <a:schemeClr val="lt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2" name="Picture 1" descr="A picture containing graphics, font, graphic design, logo&#10;&#10;Description automatically generated">
            <a:extLst>
              <a:ext uri="{FF2B5EF4-FFF2-40B4-BE49-F238E27FC236}">
                <a16:creationId xmlns:a16="http://schemas.microsoft.com/office/drawing/2014/main" id="{6A6A2EAE-3CF3-733B-627F-A9A3C809B6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00310" y="49878"/>
            <a:ext cx="2022852" cy="10056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76A36C-42FD-763B-B58F-FDC4CEB1894D}"/>
              </a:ext>
            </a:extLst>
          </p:cNvPr>
          <p:cNvSpPr/>
          <p:nvPr userDrawn="1"/>
        </p:nvSpPr>
        <p:spPr>
          <a:xfrm rot="16200000">
            <a:off x="949057" y="476213"/>
            <a:ext cx="63316" cy="871338"/>
          </a:xfrm>
          <a:prstGeom prst="rect">
            <a:avLst/>
          </a:prstGeom>
          <a:solidFill>
            <a:srgbClr val="646E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94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 Slide">
  <p:cSld name="7_Content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5;p35">
            <a:extLst>
              <a:ext uri="{FF2B5EF4-FFF2-40B4-BE49-F238E27FC236}">
                <a16:creationId xmlns:a16="http://schemas.microsoft.com/office/drawing/2014/main" id="{38646BB8-968F-8947-A7C4-4B978CADE9A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09" y="7735094"/>
            <a:ext cx="14636097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7;p35">
            <a:extLst>
              <a:ext uri="{FF2B5EF4-FFF2-40B4-BE49-F238E27FC236}">
                <a16:creationId xmlns:a16="http://schemas.microsoft.com/office/drawing/2014/main" id="{DE089C6D-1D9D-B342-A27B-2FB8D24F316A}"/>
              </a:ext>
            </a:extLst>
          </p:cNvPr>
          <p:cNvSpPr txBox="1"/>
          <p:nvPr userDrawn="1"/>
        </p:nvSpPr>
        <p:spPr>
          <a:xfrm>
            <a:off x="11782087" y="7838822"/>
            <a:ext cx="192024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 err="1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Softdel</a:t>
            </a: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 confidential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cxnSp>
        <p:nvCxnSpPr>
          <p:cNvPr id="11" name="Google Shape;118;p35">
            <a:extLst>
              <a:ext uri="{FF2B5EF4-FFF2-40B4-BE49-F238E27FC236}">
                <a16:creationId xmlns:a16="http://schemas.microsoft.com/office/drawing/2014/main" id="{840086F3-F3E7-C54F-98E9-F54691CCC953}"/>
              </a:ext>
            </a:extLst>
          </p:cNvPr>
          <p:cNvCxnSpPr/>
          <p:nvPr userDrawn="1"/>
        </p:nvCxnSpPr>
        <p:spPr>
          <a:xfrm rot="5400000">
            <a:off x="13694858" y="7989692"/>
            <a:ext cx="288000" cy="158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9;p35">
            <a:extLst>
              <a:ext uri="{FF2B5EF4-FFF2-40B4-BE49-F238E27FC236}">
                <a16:creationId xmlns:a16="http://schemas.microsoft.com/office/drawing/2014/main" id="{5E7A2547-6EC5-E443-8567-DCBC943A6E20}"/>
              </a:ext>
            </a:extLst>
          </p:cNvPr>
          <p:cNvSpPr txBox="1"/>
          <p:nvPr userDrawn="1"/>
        </p:nvSpPr>
        <p:spPr>
          <a:xfrm>
            <a:off x="13901775" y="7838822"/>
            <a:ext cx="640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‹#›</a:t>
            </a:fld>
            <a:endParaRPr sz="1400">
              <a:solidFill>
                <a:schemeClr val="lt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53" name="Google Shape;53;p27"/>
          <p:cNvSpPr/>
          <p:nvPr/>
        </p:nvSpPr>
        <p:spPr>
          <a:xfrm>
            <a:off x="0" y="0"/>
            <a:ext cx="14631987" cy="102559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" name="Google Shape;54;p27"/>
          <p:cNvSpPr txBox="1">
            <a:spLocks noGrp="1"/>
          </p:cNvSpPr>
          <p:nvPr>
            <p:ph type="ctrTitle"/>
          </p:nvPr>
        </p:nvSpPr>
        <p:spPr>
          <a:xfrm>
            <a:off x="267493" y="305594"/>
            <a:ext cx="14044251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oogle Shape;55;p27">
            <a:extLst>
              <a:ext uri="{FF2B5EF4-FFF2-40B4-BE49-F238E27FC236}">
                <a16:creationId xmlns:a16="http://schemas.microsoft.com/office/drawing/2014/main" id="{BEF431FE-AFAE-6062-69CE-E25233A87EDC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334464" y="7666382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301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Slide">
  <p:cSld name="5_Content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5"/>
          <p:cNvSpPr txBox="1">
            <a:spLocks noGrp="1"/>
          </p:cNvSpPr>
          <p:nvPr>
            <p:ph type="ctrTitle"/>
          </p:nvPr>
        </p:nvSpPr>
        <p:spPr>
          <a:xfrm>
            <a:off x="267494" y="305594"/>
            <a:ext cx="12646152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5"/>
          <p:cNvSpPr/>
          <p:nvPr/>
        </p:nvSpPr>
        <p:spPr>
          <a:xfrm>
            <a:off x="465457" y="1067944"/>
            <a:ext cx="1618074" cy="4891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" name="Google Shape;115;p35">
            <a:extLst>
              <a:ext uri="{FF2B5EF4-FFF2-40B4-BE49-F238E27FC236}">
                <a16:creationId xmlns:a16="http://schemas.microsoft.com/office/drawing/2014/main" id="{F31F3E87-1FF7-2042-8474-A799DF071EB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09" y="7735094"/>
            <a:ext cx="14636097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7;p35">
            <a:extLst>
              <a:ext uri="{FF2B5EF4-FFF2-40B4-BE49-F238E27FC236}">
                <a16:creationId xmlns:a16="http://schemas.microsoft.com/office/drawing/2014/main" id="{798D72CE-232B-D741-8A7D-58FB4D5B139F}"/>
              </a:ext>
            </a:extLst>
          </p:cNvPr>
          <p:cNvSpPr txBox="1"/>
          <p:nvPr userDrawn="1"/>
        </p:nvSpPr>
        <p:spPr>
          <a:xfrm>
            <a:off x="11782087" y="7838822"/>
            <a:ext cx="192024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Softdel confidential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cxnSp>
        <p:nvCxnSpPr>
          <p:cNvPr id="11" name="Google Shape;118;p35">
            <a:extLst>
              <a:ext uri="{FF2B5EF4-FFF2-40B4-BE49-F238E27FC236}">
                <a16:creationId xmlns:a16="http://schemas.microsoft.com/office/drawing/2014/main" id="{CE08417B-EDE5-1D47-8955-13487EF964EE}"/>
              </a:ext>
            </a:extLst>
          </p:cNvPr>
          <p:cNvCxnSpPr/>
          <p:nvPr userDrawn="1"/>
        </p:nvCxnSpPr>
        <p:spPr>
          <a:xfrm rot="5400000">
            <a:off x="13694858" y="7989692"/>
            <a:ext cx="288000" cy="158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9;p35">
            <a:extLst>
              <a:ext uri="{FF2B5EF4-FFF2-40B4-BE49-F238E27FC236}">
                <a16:creationId xmlns:a16="http://schemas.microsoft.com/office/drawing/2014/main" id="{E4E6F149-7C3D-4447-8F39-C7462A735B7B}"/>
              </a:ext>
            </a:extLst>
          </p:cNvPr>
          <p:cNvSpPr txBox="1"/>
          <p:nvPr userDrawn="1"/>
        </p:nvSpPr>
        <p:spPr>
          <a:xfrm>
            <a:off x="13901775" y="7838822"/>
            <a:ext cx="640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‹#›</a:t>
            </a:fld>
            <a:endParaRPr sz="1400">
              <a:solidFill>
                <a:schemeClr val="lt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2" name="Google Shape;55;p27">
            <a:extLst>
              <a:ext uri="{FF2B5EF4-FFF2-40B4-BE49-F238E27FC236}">
                <a16:creationId xmlns:a16="http://schemas.microsoft.com/office/drawing/2014/main" id="{504F139D-9F30-EBF0-FEAA-5F12923B3675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9581" y="7677812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642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t Slide">
  <p:cSld name="10_Content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5;p35">
            <a:extLst>
              <a:ext uri="{FF2B5EF4-FFF2-40B4-BE49-F238E27FC236}">
                <a16:creationId xmlns:a16="http://schemas.microsoft.com/office/drawing/2014/main" id="{703F92A6-7932-F648-B650-3D7803867A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09" y="7735094"/>
            <a:ext cx="14636097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7;p35">
            <a:extLst>
              <a:ext uri="{FF2B5EF4-FFF2-40B4-BE49-F238E27FC236}">
                <a16:creationId xmlns:a16="http://schemas.microsoft.com/office/drawing/2014/main" id="{B69636A6-ABDB-6D41-9386-3DDBE2EFB745}"/>
              </a:ext>
            </a:extLst>
          </p:cNvPr>
          <p:cNvSpPr txBox="1"/>
          <p:nvPr userDrawn="1"/>
        </p:nvSpPr>
        <p:spPr>
          <a:xfrm>
            <a:off x="11782087" y="7838822"/>
            <a:ext cx="192024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Softdel confidential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cxnSp>
        <p:nvCxnSpPr>
          <p:cNvPr id="12" name="Google Shape;118;p35">
            <a:extLst>
              <a:ext uri="{FF2B5EF4-FFF2-40B4-BE49-F238E27FC236}">
                <a16:creationId xmlns:a16="http://schemas.microsoft.com/office/drawing/2014/main" id="{003A3905-0C25-0C4F-8C7A-052F0A314F36}"/>
              </a:ext>
            </a:extLst>
          </p:cNvPr>
          <p:cNvCxnSpPr/>
          <p:nvPr userDrawn="1"/>
        </p:nvCxnSpPr>
        <p:spPr>
          <a:xfrm rot="5400000">
            <a:off x="13694858" y="7989692"/>
            <a:ext cx="288000" cy="158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19;p35">
            <a:extLst>
              <a:ext uri="{FF2B5EF4-FFF2-40B4-BE49-F238E27FC236}">
                <a16:creationId xmlns:a16="http://schemas.microsoft.com/office/drawing/2014/main" id="{76B6DC40-A3F8-1942-8753-88E6DF480675}"/>
              </a:ext>
            </a:extLst>
          </p:cNvPr>
          <p:cNvSpPr txBox="1"/>
          <p:nvPr userDrawn="1"/>
        </p:nvSpPr>
        <p:spPr>
          <a:xfrm>
            <a:off x="13901775" y="7838822"/>
            <a:ext cx="6400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‹#›</a:t>
            </a:fld>
            <a:endParaRPr sz="1400">
              <a:solidFill>
                <a:schemeClr val="lt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2" name="Google Shape;55;p27">
            <a:extLst>
              <a:ext uri="{FF2B5EF4-FFF2-40B4-BE49-F238E27FC236}">
                <a16:creationId xmlns:a16="http://schemas.microsoft.com/office/drawing/2014/main" id="{F0FF0D42-0519-B241-0A42-653E344907A1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9581" y="7666382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616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0;p40">
            <a:extLst>
              <a:ext uri="{FF2B5EF4-FFF2-40B4-BE49-F238E27FC236}">
                <a16:creationId xmlns:a16="http://schemas.microsoft.com/office/drawing/2014/main" id="{C92AF730-AA8A-7640-AD44-F38CB6337D16}"/>
              </a:ext>
            </a:extLst>
          </p:cNvPr>
          <p:cNvSpPr/>
          <p:nvPr userDrawn="1"/>
        </p:nvSpPr>
        <p:spPr>
          <a:xfrm>
            <a:off x="0" y="0"/>
            <a:ext cx="14631988" cy="82311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4472C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" name="Google Shape;151;p40">
            <a:extLst>
              <a:ext uri="{FF2B5EF4-FFF2-40B4-BE49-F238E27FC236}">
                <a16:creationId xmlns:a16="http://schemas.microsoft.com/office/drawing/2014/main" id="{D1A204A6-1000-2443-8585-6FF368E49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9994" y="3353594"/>
            <a:ext cx="979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b" anchorCtr="0">
            <a:noAutofit/>
          </a:bodyPr>
          <a:lstStyle>
            <a:lvl1pPr marL="457200" lvl="0" indent="-228600" algn="ctr">
              <a:spcBef>
                <a:spcPts val="68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Calibri"/>
              <a:buNone/>
              <a:defRPr sz="36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84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3FF0B7E-46E6-4C54-AB00-AF867F61CE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108" y="7735096"/>
            <a:ext cx="14636097" cy="504000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77BA415E-DB0E-4E43-A2FB-AF62FA57D0C6}"/>
              </a:ext>
            </a:extLst>
          </p:cNvPr>
          <p:cNvSpPr txBox="1">
            <a:spLocks/>
          </p:cNvSpPr>
          <p:nvPr userDrawn="1"/>
        </p:nvSpPr>
        <p:spPr>
          <a:xfrm>
            <a:off x="11782087" y="7838823"/>
            <a:ext cx="1920240" cy="295201"/>
          </a:xfrm>
          <a:prstGeom prst="rect">
            <a:avLst/>
          </a:prstGeom>
        </p:spPr>
        <p:txBody>
          <a:bodyPr vert="horz" lIns="130619" tIns="65310" rIns="130619" bIns="65310" rtlCol="0" anchor="ctr"/>
          <a:lstStyle>
            <a:lvl1pPr algn="ctr">
              <a:defRPr sz="1400">
                <a:solidFill>
                  <a:schemeClr val="bg1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1306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9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Softdel confidential</a:t>
            </a:r>
            <a:endParaRPr kumimoji="0" lang="en-US" sz="1399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+mn-ea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60B11-EA33-4DE3-8CF5-92BC2FFDDF2C}"/>
              </a:ext>
            </a:extLst>
          </p:cNvPr>
          <p:cNvCxnSpPr/>
          <p:nvPr userDrawn="1"/>
        </p:nvCxnSpPr>
        <p:spPr>
          <a:xfrm rot="5400000">
            <a:off x="13694857" y="7989692"/>
            <a:ext cx="288000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604451-E017-41BE-83C0-7F89D371FA58}"/>
              </a:ext>
            </a:extLst>
          </p:cNvPr>
          <p:cNvSpPr txBox="1"/>
          <p:nvPr userDrawn="1"/>
        </p:nvSpPr>
        <p:spPr>
          <a:xfrm>
            <a:off x="13901775" y="7838824"/>
            <a:ext cx="640080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2FF4B0D-FF16-46A9-9A92-BC94356CC588}" type="slidenum">
              <a:rPr lang="en-US" sz="1399" smtClean="0">
                <a:solidFill>
                  <a:schemeClr val="bg1"/>
                </a:solidFill>
              </a:rPr>
              <a:pPr algn="ctr"/>
              <a:t>‹#›</a:t>
            </a:fld>
            <a:endParaRPr lang="en-US" sz="1399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B03BB5-143E-4BA7-957E-F403E1A71EBD}"/>
              </a:ext>
            </a:extLst>
          </p:cNvPr>
          <p:cNvSpPr/>
          <p:nvPr userDrawn="1"/>
        </p:nvSpPr>
        <p:spPr>
          <a:xfrm>
            <a:off x="3" y="2"/>
            <a:ext cx="14631987" cy="1025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A45533-F3B5-9544-BC16-B295E64153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7494" y="305594"/>
            <a:ext cx="12646152" cy="720000"/>
          </a:xfrm>
        </p:spPr>
        <p:txBody>
          <a:bodyPr>
            <a:normAutofit/>
          </a:bodyPr>
          <a:lstStyle>
            <a:lvl1pPr>
              <a:defRPr sz="3600" b="1" baseline="0">
                <a:solidFill>
                  <a:srgbClr val="29537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2" name="Google Shape;55;p27">
            <a:extLst>
              <a:ext uri="{FF2B5EF4-FFF2-40B4-BE49-F238E27FC236}">
                <a16:creationId xmlns:a16="http://schemas.microsoft.com/office/drawing/2014/main" id="{44A006F3-37AF-A651-E7CC-ACBD984EB568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9581" y="7666383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03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Slide" userDrawn="1">
  <p:cSld name="6_Content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5;p35">
            <a:extLst>
              <a:ext uri="{FF2B5EF4-FFF2-40B4-BE49-F238E27FC236}">
                <a16:creationId xmlns:a16="http://schemas.microsoft.com/office/drawing/2014/main" id="{FCB5A0C3-CBCB-8B4F-865E-4141AC4259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08" y="7735095"/>
            <a:ext cx="14636097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7;p35">
            <a:extLst>
              <a:ext uri="{FF2B5EF4-FFF2-40B4-BE49-F238E27FC236}">
                <a16:creationId xmlns:a16="http://schemas.microsoft.com/office/drawing/2014/main" id="{C5258E1D-9F59-DB46-B672-1C97928531CF}"/>
              </a:ext>
            </a:extLst>
          </p:cNvPr>
          <p:cNvSpPr txBox="1"/>
          <p:nvPr userDrawn="1"/>
        </p:nvSpPr>
        <p:spPr>
          <a:xfrm>
            <a:off x="11782087" y="7838822"/>
            <a:ext cx="1920240" cy="29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14" tIns="65294" rIns="130614" bIns="6529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rPr lang="en-US" sz="1399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Softdel Confidential</a:t>
            </a:r>
            <a:endParaRPr lang="en-US" sz="1399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cxnSp>
        <p:nvCxnSpPr>
          <p:cNvPr id="11" name="Google Shape;118;p35">
            <a:extLst>
              <a:ext uri="{FF2B5EF4-FFF2-40B4-BE49-F238E27FC236}">
                <a16:creationId xmlns:a16="http://schemas.microsoft.com/office/drawing/2014/main" id="{1C5D379F-1CA3-0B4E-90E0-923DA4E18567}"/>
              </a:ext>
            </a:extLst>
          </p:cNvPr>
          <p:cNvCxnSpPr/>
          <p:nvPr userDrawn="1"/>
        </p:nvCxnSpPr>
        <p:spPr>
          <a:xfrm rot="5400000">
            <a:off x="13694858" y="7989692"/>
            <a:ext cx="288000" cy="158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9;p35">
            <a:extLst>
              <a:ext uri="{FF2B5EF4-FFF2-40B4-BE49-F238E27FC236}">
                <a16:creationId xmlns:a16="http://schemas.microsoft.com/office/drawing/2014/main" id="{9C2A2F0D-77A9-1E41-AF52-E0DF2B120447}"/>
              </a:ext>
            </a:extLst>
          </p:cNvPr>
          <p:cNvSpPr txBox="1"/>
          <p:nvPr userDrawn="1"/>
        </p:nvSpPr>
        <p:spPr>
          <a:xfrm>
            <a:off x="13901775" y="7838823"/>
            <a:ext cx="64008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8" tIns="45696" rIns="91418" bIns="45696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99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99">
              <a:solidFill>
                <a:schemeClr val="lt1"/>
              </a:solidFill>
              <a:latin typeface="Calibri" panose="020F0502020204030204" pitchFamily="34" charset="0"/>
              <a:ea typeface="Quattrocento Sans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5" name="Picture 4" descr="A picture containing graphics, font, graphic design, logo&#10;&#10;Description automatically generated">
            <a:extLst>
              <a:ext uri="{FF2B5EF4-FFF2-40B4-BE49-F238E27FC236}">
                <a16:creationId xmlns:a16="http://schemas.microsoft.com/office/drawing/2014/main" id="{D4AF1C80-B45E-A6DA-E0E4-B301B43B6D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00310" y="49878"/>
            <a:ext cx="2022852" cy="10056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453081-7556-456B-4AFA-0E97E8656F8E}"/>
              </a:ext>
            </a:extLst>
          </p:cNvPr>
          <p:cNvSpPr/>
          <p:nvPr userDrawn="1"/>
        </p:nvSpPr>
        <p:spPr>
          <a:xfrm rot="16200000">
            <a:off x="1043564" y="435957"/>
            <a:ext cx="75994" cy="1045719"/>
          </a:xfrm>
          <a:prstGeom prst="rect">
            <a:avLst/>
          </a:prstGeom>
          <a:solidFill>
            <a:srgbClr val="646E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80"/>
          </a:p>
        </p:txBody>
      </p:sp>
      <p:sp>
        <p:nvSpPr>
          <p:cNvPr id="7" name="Google Shape;116;p35">
            <a:extLst>
              <a:ext uri="{FF2B5EF4-FFF2-40B4-BE49-F238E27FC236}">
                <a16:creationId xmlns:a16="http://schemas.microsoft.com/office/drawing/2014/main" id="{BDD4FB45-E8F6-BCCA-100C-0973520DA8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82344" y="254546"/>
            <a:ext cx="11982537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8235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9616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731600" y="329629"/>
            <a:ext cx="13168789" cy="137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Quattrocento Sans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731600" y="1920611"/>
            <a:ext cx="13168789" cy="543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t" anchorCtr="0">
            <a:normAutofit/>
          </a:bodyPr>
          <a:lstStyle>
            <a:lvl1pPr marL="457200" marR="0" lvl="0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1020093" y="7835357"/>
            <a:ext cx="1220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2449972" y="7835357"/>
            <a:ext cx="109440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202214" y="7835357"/>
            <a:ext cx="608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25" tIns="65300" rIns="130625" bIns="653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81587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20" r:id="rId2"/>
    <p:sldLayoutId id="2147483707" r:id="rId3"/>
    <p:sldLayoutId id="2147483718" r:id="rId4"/>
    <p:sldLayoutId id="2147483709" r:id="rId5"/>
    <p:sldLayoutId id="2147483710" r:id="rId6"/>
    <p:sldLayoutId id="2147483711" r:id="rId7"/>
    <p:sldLayoutId id="2147483712" r:id="rId8"/>
    <p:sldLayoutId id="2147483715" r:id="rId9"/>
    <p:sldLayoutId id="2147483721" r:id="rId10"/>
    <p:sldLayoutId id="214748372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 Turbine Predictive Maintenance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312664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1">
                <a:solidFill>
                  <a:srgbClr val="FFFFFF"/>
                </a:solidFill>
                <a:latin typeface="Calibri"/>
              </a:rPr>
              <a:t>Demo by Umesh Nikam, AI/ML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4523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108960" cy="4114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737360"/>
            <a:ext cx="3108960" cy="4114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2103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108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What the Platform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0" y="1737360"/>
            <a:ext cx="3108960" cy="4114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103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108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What the Data Shows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1737360"/>
            <a:ext cx="3108960" cy="4114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92840" y="2103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3108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Calibri"/>
              </a:rPr>
              <a:t>A gearbox, hydraulic system or pitch motor usually gives a signal before it breaks: a slow temperature rise, a pressure drop, a change in vibration. Today nobody watches those signals closely enough to catch the problem early.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4267200" cy="210312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97180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9008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Turbines sit 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3810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turbine stays down while a technician drives out and finds the fault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1600" y="2743200"/>
            <a:ext cx="4267200" cy="210312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10200" y="297180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8840" y="299008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Emergency repairs cost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0" y="3401568"/>
            <a:ext cx="3810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Fixing a part after it breaks costs more than replacing it on a planned visit.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560" y="2743200"/>
            <a:ext cx="4267200" cy="210312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43160" y="297180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800" y="299008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Parts fail completely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3160" y="3401568"/>
            <a:ext cx="3810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Parts run until they break instead of being swapped while they still had life left.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the Platform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93852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Fault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000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Flags which of 7 components is showing trouble, from live sensor readings.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600" y="169164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1020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8840" y="193852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Remaining life (RUL)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0200" y="235000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Estimates how long a component has left, in days, months or years.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14560" y="169164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4316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800" y="193852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Trend forecasts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3160" y="235000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Shows where a reading is heading, with a P10 to P90 range.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16052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7880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Live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Raises an alert the moment a reading or prediction crosses a set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1600" y="393192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10200" y="416052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8840" y="417880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Fleet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0200" y="459028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Every turbine across all three farms on one screen, with health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4560" y="3931920"/>
            <a:ext cx="4267200" cy="196596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43160" y="416052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800" y="4178808"/>
            <a:ext cx="325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Digital twin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3160" y="4590288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A live view of each turbine, driven by its real sensor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Built on Real Turbine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Calibri"/>
              </a:rPr>
              <a:t>Everything is based on a public SCADA dataset from three real wind farms, including the maintenance notes written when something broke.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89CF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Turbines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46888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834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89C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1605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Wind farms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246888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834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89CF"/>
                </a:solidFill>
                <a:latin typeface="Calibri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1605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Real failure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246888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92840" y="2834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89CF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41605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Calibri"/>
              </a:rPr>
              <a:t>Component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Each Component Fails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9961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2821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85415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Gearbox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2549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Oil leaks or low oil pressure. Gears wear and heat up; oil sensors drift days before shutdown.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49961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72821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185415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Hydraulics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82549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Leaks, worn accumulators or weak pumps. Pressure falls slowly and the pump runs more often.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49961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80" y="172821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85415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Pitch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82549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A blade motor or drive stops responding, so the turbine shuts down for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149961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01400" y="172821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185415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282549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Bearings or windings wear out. Temperature alone can miss it if output has already dropped.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3425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56285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005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013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Overheating or pressure building in the oil. Oil temperature is the best early sign.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33425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456285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2005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Rotor Brake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66013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Low hydraulic pressure means the brake can't grip. Pressure runs low before the fault.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433425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26680" y="456285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502005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Bearing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566013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main bearing wears under the rotor's weight. Vibration shows it well before temperature does.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0" y="4334256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201400" y="4562856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5020056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Common 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5660136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Every component gives a drifting signal days or weeks ahead. The platform catches that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Each Farm Fails Differently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4267200" cy="42062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6576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938528"/>
            <a:ext cx="330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Farm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0008"/>
            <a:ext cx="381000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Hydraulic, gearbox, generator and transformer faults. Matches its documented fault list exactly. No pitch faults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Turbines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24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224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Failure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1691640"/>
            <a:ext cx="4267200" cy="42062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10200" y="1920240"/>
            <a:ext cx="36576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3976" y="1938528"/>
            <a:ext cx="330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Farm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2350008"/>
            <a:ext cx="381000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Main bearing damage is the real issue and needs vibration sensors to catch. Some of its events still sit outside the 7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020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020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Turbines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Failure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4560" y="1691640"/>
            <a:ext cx="4267200" cy="42062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43160" y="1920240"/>
            <a:ext cx="365760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6936" y="1938528"/>
            <a:ext cx="330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Farm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3160" y="2350008"/>
            <a:ext cx="381000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Pitch and blade-angle faults lead, with 8 events. It controls each of its three blades separately, so this fits.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316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316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Turbines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48160" y="4023360"/>
            <a:ext cx="190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89CF"/>
                </a:solidFill>
                <a:latin typeface="Calibri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48160" y="4892040"/>
            <a:ext cx="190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Failure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Each turbine sends temperature, pressure and vibration readings.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91640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37744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0175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Readings are checked, cleaned and grouped by component (bronze, silver, gold).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691640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8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37744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0175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Trained models flag faults and estimate remaining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1691640"/>
            <a:ext cx="3108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01400" y="1920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237744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30175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Dashboard shows fleet health, forecasts and alerts in one place.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353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Live demo screens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310896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349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67527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Fleet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7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All turbines at a glance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5120640"/>
            <a:ext cx="310896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5349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367527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Asset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779007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One turbine's sensor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5120640"/>
            <a:ext cx="310896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26680" y="5349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367527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Forecasts &amp; RUL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779007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Where a component is heading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0" y="5120640"/>
            <a:ext cx="3108960" cy="1463040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9525">
            <a:solidFill>
              <a:srgbClr val="C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201400" y="5349240"/>
            <a:ext cx="420624" cy="274320"/>
          </a:xfrm>
          <a:prstGeom prst="roundRect">
            <a:avLst>
              <a:gd name="adj" fmla="val 16666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5367527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5779007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What's flagged and why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Status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92807"/>
            <a:ext cx="4267200" cy="3931920"/>
          </a:xfrm>
          <a:prstGeom prst="roundRect">
            <a:avLst>
              <a:gd name="adj" fmla="val 6976"/>
            </a:avLst>
          </a:prstGeom>
          <a:solidFill>
            <a:srgbClr val="EAF4FC"/>
          </a:solidFill>
          <a:ln w="12700">
            <a:solidFill>
              <a:srgbClr val="008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75688"/>
            <a:ext cx="3901440" cy="457200"/>
          </a:xfrm>
          <a:prstGeom prst="roundRect">
            <a:avLst>
              <a:gd name="adj" fmla="val 10000"/>
            </a:avLst>
          </a:prstGeom>
          <a:solidFill>
            <a:srgbClr val="006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75688"/>
            <a:ext cx="3901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07208"/>
            <a:ext cx="3627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Full stack running locally on Docker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Real pipeline and model training on all 3 farms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Dashboard with RUL, forecasts and alerts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Digital twin shows live data (not a physics model)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600" y="1892807"/>
            <a:ext cx="4267200" cy="3931920"/>
          </a:xfrm>
          <a:prstGeom prst="roundRect">
            <a:avLst>
              <a:gd name="adj" fmla="val 6976"/>
            </a:avLst>
          </a:prstGeom>
          <a:solidFill>
            <a:srgbClr val="EAF4FC"/>
          </a:solidFill>
          <a:ln w="12700">
            <a:solidFill>
              <a:srgbClr val="008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64480" y="2075688"/>
            <a:ext cx="3901440" cy="457200"/>
          </a:xfrm>
          <a:prstGeom prst="roundRect">
            <a:avLst>
              <a:gd name="adj" fmla="val 10000"/>
            </a:avLst>
          </a:prstGeom>
          <a:solidFill>
            <a:srgbClr val="006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4480" y="2075688"/>
            <a:ext cx="3901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1640" y="2807208"/>
            <a:ext cx="3627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Deploy the pipeline to AWS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Retrain as new fault events come in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Better vibration features for Farm B bearings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14560" y="1892807"/>
            <a:ext cx="4267200" cy="3931920"/>
          </a:xfrm>
          <a:prstGeom prst="roundRect">
            <a:avLst>
              <a:gd name="adj" fmla="val 6976"/>
            </a:avLst>
          </a:prstGeom>
          <a:solidFill>
            <a:srgbClr val="EAF4FC"/>
          </a:solidFill>
          <a:ln w="12700">
            <a:solidFill>
              <a:srgbClr val="008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97440" y="2075688"/>
            <a:ext cx="3901440" cy="4572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440" y="2075688"/>
            <a:ext cx="3901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Future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2807208"/>
            <a:ext cx="3627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Work orders linked to alerts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Maintenance scheduling from RUL</a:t>
            </a:r>
          </a:p>
          <a:p>
            <a:pPr algn="l" marL="274320" indent="-274320">
              <a:spcAft>
                <a:spcPts val="8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More sensor types and farms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312664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1">
                <a:solidFill>
                  <a:srgbClr val="FFFFFF"/>
                </a:solidFill>
                <a:latin typeface="Calibri"/>
              </a:rPr>
              <a:t>Questions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74523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8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Office Theme">
  <a:themeElements>
    <a:clrScheme name="Custom 3">
      <a:dk1>
        <a:srgbClr val="000000"/>
      </a:dk1>
      <a:lt1>
        <a:srgbClr val="FFFFFF"/>
      </a:lt1>
      <a:dk2>
        <a:srgbClr val="002060"/>
      </a:dk2>
      <a:lt2>
        <a:srgbClr val="629AA9"/>
      </a:lt2>
      <a:accent1>
        <a:srgbClr val="0089CF"/>
      </a:accent1>
      <a:accent2>
        <a:srgbClr val="FFE100"/>
      </a:accent2>
      <a:accent3>
        <a:srgbClr val="A3CE44"/>
      </a:accent3>
      <a:accent4>
        <a:srgbClr val="BD2559"/>
      </a:accent4>
      <a:accent5>
        <a:srgbClr val="00ACED"/>
      </a:accent5>
      <a:accent6>
        <a:srgbClr val="F0824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75403BC-9259-46E8-8A20-5F91A4B3544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da0d44f-0b75-406a-b0de-f4c3ce9416ce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2f22ba-1275-46be-9c75-9a683ad42ba8">
      <Terms xmlns="http://schemas.microsoft.com/office/infopath/2007/PartnerControls"/>
    </lcf76f155ced4ddcb4097134ff3c332f>
    <TaxCatchAll xmlns="46026ffc-e8e1-4973-9464-af7afd38654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40CD405B47E844BD478B1171C607EC" ma:contentTypeVersion="23" ma:contentTypeDescription="Create a new document." ma:contentTypeScope="" ma:versionID="e8517939fc0a74c3e52071105409e02c">
  <xsd:schema xmlns:xsd="http://www.w3.org/2001/XMLSchema" xmlns:xs="http://www.w3.org/2001/XMLSchema" xmlns:p="http://schemas.microsoft.com/office/2006/metadata/properties" xmlns:ns2="ab2f22ba-1275-46be-9c75-9a683ad42ba8" xmlns:ns3="46026ffc-e8e1-4973-9464-af7afd386540" targetNamespace="http://schemas.microsoft.com/office/2006/metadata/properties" ma:root="true" ma:fieldsID="fda65656466e6fd8997eecf6fa584e82" ns2:_="" ns3:_="">
    <xsd:import namespace="ab2f22ba-1275-46be-9c75-9a683ad42ba8"/>
    <xsd:import namespace="46026ffc-e8e1-4973-9464-af7afd386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2f22ba-1275-46be-9c75-9a683ad42b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b7a24fd-782d-4b15-b1b1-b358652712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26ffc-e8e1-4973-9464-af7afd386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452a674-d2d9-4709-9954-c7318daa2828}" ma:internalName="TaxCatchAll" ma:showField="CatchAllData" ma:web="46026ffc-e8e1-4973-9464-af7afd386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90E70D-89C3-40AA-8541-88A0202B52B0}">
  <ds:schemaRefs>
    <ds:schemaRef ds:uri="46026ffc-e8e1-4973-9464-af7afd386540"/>
    <ds:schemaRef ds:uri="ab2f22ba-1275-46be-9c75-9a683ad42b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68F1BA-7762-4395-AC4D-7B0A960B8116}">
  <ds:schemaRefs>
    <ds:schemaRef ds:uri="46026ffc-e8e1-4973-9464-af7afd386540"/>
    <ds:schemaRef ds:uri="ab2f22ba-1275-46be-9c75-9a683ad42b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BD1BA7-9CC8-4A7F-B495-4B12E965CF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7_Office Theme</vt:lpstr>
      <vt:lpstr>Fieldpiece Warranty Management Portal</vt:lpstr>
      <vt:lpstr>Agenda</vt:lpstr>
      <vt:lpstr>Supported Features</vt:lpstr>
      <vt:lpstr>User Access Matrix</vt:lpstr>
      <vt:lpstr>User Access Matrix (Contd)</vt:lpstr>
      <vt:lpstr>Workflows Overview</vt:lpstr>
      <vt:lpstr>Upcoming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Fieldpiece Warranty Management Portal - Client demo</dc:title>
  <dc:creator>Softdel</dc:creator>
  <cp:revision>1</cp:revision>
  <dcterms:modified xsi:type="dcterms:W3CDTF">2026-10-06T07:59:41Z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0x010100C640CD405B47E844BD478B1171C607EC</vt:lpwstr>
  </property>
  <property fmtid="{D5CDD505-2E9C-101B-9397-08002B2CF9AE}" pid="3" name="AuthorIds_UIVersion_8704">
    <vt:lpwstr>16</vt:lpwstr>
  </property>
  <property fmtid="{D5CDD505-2E9C-101B-9397-08002B2CF9AE}" pid="4" name="AuthorIds_UIVersion_9728">
    <vt:lpwstr>16</vt:lpwstr>
  </property>
  <property fmtid="{D5CDD505-2E9C-101B-9397-08002B2CF9AE}" pid="5" name="MediaServiceImageTags">
    <vt:lpwstr/>
  </property>
</Properties>
</file>