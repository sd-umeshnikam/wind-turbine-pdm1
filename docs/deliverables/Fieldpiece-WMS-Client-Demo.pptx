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7A_0.xml" ContentType="application/vnd.ms-powerpoint.comment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4"/>
  </p:sldMasterIdLst>
  <p:notesMasterIdLst>
    <p:notesMasterId r:id="rId13"/>
  </p:notesMasterIdLst>
  <p:sldIdLst>
    <p:sldId id="4718" r:id="rId5"/>
    <p:sldId id="4719" r:id="rId6"/>
    <p:sldId id="4721" r:id="rId7"/>
    <p:sldId id="4733" r:id="rId8"/>
    <p:sldId id="4734" r:id="rId9"/>
    <p:sldId id="4728" r:id="rId10"/>
    <p:sldId id="4730" r:id="rId11"/>
    <p:sldId id="4732" r:id="rId12"/>
  </p:sldIdLst>
  <p:sldSz cx="14631988" cy="8231188"/>
  <p:notesSz cx="6761163" cy="9942513"/>
  <p:embeddedFontLst>
    <p:embeddedFont>
      <p:font typeface="Quattrocento Sans" panose="020B0604020202020204" charset="0"/>
      <p:regular r:id="rId14"/>
    </p:embeddedFont>
    <p:embeddedFont>
      <p:font typeface="Segoe UI" panose="020B0502040204020203"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3">
          <p15:clr>
            <a:srgbClr val="A4A3A4"/>
          </p15:clr>
        </p15:guide>
        <p15:guide id="2" pos="4609">
          <p15:clr>
            <a:srgbClr val="A4A3A4"/>
          </p15:clr>
        </p15:guide>
        <p15:guide id="3" pos="7262">
          <p15:clr>
            <a:srgbClr val="A4A3A4"/>
          </p15:clr>
        </p15:guide>
        <p15:guide id="4" pos="273">
          <p15:clr>
            <a:srgbClr val="A4A3A4"/>
          </p15:clr>
        </p15:guide>
        <p15:guide id="5" orient="horz" pos="529">
          <p15:clr>
            <a:srgbClr val="A4A3A4"/>
          </p15:clr>
        </p15:guide>
        <p15:guide id="6" orient="horz" pos="1821">
          <p15:clr>
            <a:srgbClr val="A4A3A4"/>
          </p15:clr>
        </p15:guide>
        <p15:guide id="7" orient="horz" pos="2971">
          <p15:clr>
            <a:srgbClr val="A4A3A4"/>
          </p15:clr>
        </p15:guide>
        <p15:guide id="8" orient="horz" pos="3407">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QMoRCNi9ocYZDxsgHlk/BU+ae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949F29-844D-AD1D-BF03-A8CAE60A9A23}" name="Umesh Nikam" initials="" userId="S::umesh.nikam@softdel.com::5fee19d9-82ef-4b27-8766-eff6e0932e5e" providerId="AD"/>
  <p188:author id="{F70407D1-607D-E6FD-91D0-E17ECB54BB19}" name="Manoj Kotnala" initials="MK" userId="S::manoj.kotnala@softdel.com::a89eab20-6cc8-4e8f-9498-36023a42fe58" providerId="AD"/>
  <p188:author id="{F42A1FE1-5B39-7EE2-20EB-A82CFFA511C8}" name="Vigneshkumar Sambath" initials="VS" userId="S::vigneshkumar.sambath@softdel.com::5dcf8a5f-1a18-42c8-b425-a273ddff87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577A"/>
    <a:srgbClr val="5778AE"/>
    <a:srgbClr val="61549C"/>
    <a:srgbClr val="4472C4"/>
    <a:srgbClr val="646EAB"/>
    <a:srgbClr val="30B158"/>
    <a:srgbClr val="4A8CE7"/>
    <a:srgbClr val="BD1E69"/>
    <a:srgbClr val="5EAE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99" dt="2026-10-05T14:12:03.447"/>
    <p1510:client id="{30E625D5-8A9F-DC8D-211C-5C93C51AE2FF}" v="148" dt="2026-10-05T12:03:49.164"/>
    <p1510:client id="{33DB9F50-2544-3621-50E4-59889045D8DE}" v="315" dt="2026-10-06T04:49:47.536"/>
    <p1510:client id="{4F0559CF-19F3-D96B-912A-BAF7A4FE31F1}" v="141" dt="2026-10-06T06:29:28.819"/>
    <p1510:client id="{773713F9-1949-582D-971C-203BF568B042}" v="4" dt="2026-10-05T11:35:03.441"/>
    <p1510:client id="{B131FF70-0E12-4C18-969F-E1E4BEA1FB54}" v="1" dt="2026-10-06T04:33:51.989"/>
    <p1510:client id="{B31982AD-DD78-4204-86D6-95684A153739}" v="83" dt="2026-10-06T07:24:53.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593"/>
        <p:guide pos="4609"/>
        <p:guide pos="7262"/>
        <p:guide pos="273"/>
        <p:guide orient="horz" pos="529"/>
        <p:guide orient="horz" pos="1821"/>
        <p:guide orient="horz" pos="2971"/>
        <p:guide orient="horz" pos="3407"/>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customXml" Target="../customXml/item3.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40" Type="http://customschemas.google.com/relationships/presentationmetadata" Target="metadata"/><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font" Target="fonts/font2.fntdata"/><Relationship Id="rId10" Type="http://schemas.openxmlformats.org/officeDocument/2006/relationships/slide" Target="slides/slide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Nikam" userId="S::umesh.nikam@softdel.com::5fee19d9-82ef-4b27-8766-eff6e0932e5e" providerId="AD" clId="Web-{773713F9-1949-582D-971C-203BF568B042}"/>
    <pc:docChg chg="modSld">
      <pc:chgData name="Umesh Nikam" userId="S::umesh.nikam@softdel.com::5fee19d9-82ef-4b27-8766-eff6e0932e5e" providerId="AD" clId="Web-{773713F9-1949-582D-971C-203BF568B042}" dt="2026-10-05T11:35:02.035" v="1" actId="20577"/>
      <pc:docMkLst>
        <pc:docMk/>
      </pc:docMkLst>
      <pc:sldChg chg="modSp">
        <pc:chgData name="Umesh Nikam" userId="S::umesh.nikam@softdel.com::5fee19d9-82ef-4b27-8766-eff6e0932e5e" providerId="AD" clId="Web-{773713F9-1949-582D-971C-203BF568B042}" dt="2026-10-05T11:35:02.035" v="1" actId="20577"/>
        <pc:sldMkLst>
          <pc:docMk/>
          <pc:sldMk cId="0" sldId="4723"/>
        </pc:sldMkLst>
        <pc:spChg chg="mod">
          <ac:chgData name="Umesh Nikam" userId="S::umesh.nikam@softdel.com::5fee19d9-82ef-4b27-8766-eff6e0932e5e" providerId="AD" clId="Web-{773713F9-1949-582D-971C-203BF568B042}" dt="2026-10-05T11:35:02.035" v="1" actId="20577"/>
          <ac:spMkLst>
            <pc:docMk/>
            <pc:sldMk cId="0" sldId="4723"/>
            <ac:spMk id="13" creationId="{00000000-0000-0000-0000-000000000000}"/>
          </ac:spMkLst>
        </pc:spChg>
      </pc:sldChg>
    </pc:docChg>
  </pc:docChgLst>
  <pc:docChgLst>
    <pc:chgData name="Vigneshkumar Sambath" userId="5dcf8a5f-1a18-42c8-b425-a273ddff87b0" providerId="ADAL" clId="{2E122F07-A039-41DA-9A6C-623DB3096030}"/>
    <pc:docChg chg="custSel addSld delSld modSld delSection modSection">
      <pc:chgData name="Vigneshkumar Sambath" userId="5dcf8a5f-1a18-42c8-b425-a273ddff87b0" providerId="ADAL" clId="{2E122F07-A039-41DA-9A6C-623DB3096030}" dt="2026-10-06T07:24:53.389" v="143"/>
      <pc:docMkLst>
        <pc:docMk/>
      </pc:docMkLst>
      <pc:sldChg chg="delSp modSp mod">
        <pc:chgData name="Vigneshkumar Sambath" userId="5dcf8a5f-1a18-42c8-b425-a273ddff87b0" providerId="ADAL" clId="{2E122F07-A039-41DA-9A6C-623DB3096030}" dt="2026-10-06T07:20:27.256" v="81" actId="20577"/>
        <pc:sldMkLst>
          <pc:docMk/>
          <pc:sldMk cId="0" sldId="4719"/>
        </pc:sldMkLst>
        <pc:spChg chg="del">
          <ac:chgData name="Vigneshkumar Sambath" userId="5dcf8a5f-1a18-42c8-b425-a273ddff87b0" providerId="ADAL" clId="{2E122F07-A039-41DA-9A6C-623DB3096030}" dt="2026-10-05T13:26:31.029" v="6" actId="478"/>
          <ac:spMkLst>
            <pc:docMk/>
            <pc:sldMk cId="0" sldId="4719"/>
            <ac:spMk id="3" creationId="{00000000-0000-0000-0000-000000000000}"/>
          </ac:spMkLst>
        </pc:spChg>
        <pc:spChg chg="mod">
          <ac:chgData name="Vigneshkumar Sambath" userId="5dcf8a5f-1a18-42c8-b425-a273ddff87b0" providerId="ADAL" clId="{2E122F07-A039-41DA-9A6C-623DB3096030}" dt="2026-10-06T07:20:27.256" v="81" actId="20577"/>
          <ac:spMkLst>
            <pc:docMk/>
            <pc:sldMk cId="0" sldId="4719"/>
            <ac:spMk id="6" creationId="{00000000-0000-0000-0000-000000000000}"/>
          </ac:spMkLst>
        </pc:spChg>
        <pc:spChg chg="del">
          <ac:chgData name="Vigneshkumar Sambath" userId="5dcf8a5f-1a18-42c8-b425-a273ddff87b0" providerId="ADAL" clId="{2E122F07-A039-41DA-9A6C-623DB3096030}" dt="2026-10-05T13:26:25.831" v="2" actId="478"/>
          <ac:spMkLst>
            <pc:docMk/>
            <pc:sldMk cId="0" sldId="4719"/>
            <ac:spMk id="7" creationId="{00000000-0000-0000-0000-000000000000}"/>
          </ac:spMkLst>
        </pc:spChg>
        <pc:spChg chg="del">
          <ac:chgData name="Vigneshkumar Sambath" userId="5dcf8a5f-1a18-42c8-b425-a273ddff87b0" providerId="ADAL" clId="{2E122F07-A039-41DA-9A6C-623DB3096030}" dt="2026-10-05T13:26:27" v="3" actId="478"/>
          <ac:spMkLst>
            <pc:docMk/>
            <pc:sldMk cId="0" sldId="4719"/>
            <ac:spMk id="11" creationId="{00000000-0000-0000-0000-000000000000}"/>
          </ac:spMkLst>
        </pc:spChg>
        <pc:spChg chg="del">
          <ac:chgData name="Vigneshkumar Sambath" userId="5dcf8a5f-1a18-42c8-b425-a273ddff87b0" providerId="ADAL" clId="{2E122F07-A039-41DA-9A6C-623DB3096030}" dt="2026-10-05T13:26:28.250" v="4" actId="478"/>
          <ac:spMkLst>
            <pc:docMk/>
            <pc:sldMk cId="0" sldId="4719"/>
            <ac:spMk id="15" creationId="{00000000-0000-0000-0000-000000000000}"/>
          </ac:spMkLst>
        </pc:spChg>
        <pc:spChg chg="del">
          <ac:chgData name="Vigneshkumar Sambath" userId="5dcf8a5f-1a18-42c8-b425-a273ddff87b0" providerId="ADAL" clId="{2E122F07-A039-41DA-9A6C-623DB3096030}" dt="2026-10-05T13:26:29.291" v="5" actId="478"/>
          <ac:spMkLst>
            <pc:docMk/>
            <pc:sldMk cId="0" sldId="4719"/>
            <ac:spMk id="19" creationId="{00000000-0000-0000-0000-000000000000}"/>
          </ac:spMkLst>
        </pc:spChg>
      </pc:sldChg>
      <pc:sldChg chg="mod modShow">
        <pc:chgData name="Vigneshkumar Sambath" userId="5dcf8a5f-1a18-42c8-b425-a273ddff87b0" providerId="ADAL" clId="{2E122F07-A039-41DA-9A6C-623DB3096030}" dt="2026-10-05T13:27:14.061" v="9" actId="729"/>
        <pc:sldMkLst>
          <pc:docMk/>
          <pc:sldMk cId="0" sldId="4720"/>
        </pc:sldMkLst>
      </pc:sldChg>
      <pc:sldChg chg="delSp modSp mod">
        <pc:chgData name="Vigneshkumar Sambath" userId="5dcf8a5f-1a18-42c8-b425-a273ddff87b0" providerId="ADAL" clId="{2E122F07-A039-41DA-9A6C-623DB3096030}" dt="2026-10-06T07:22:11.863" v="131" actId="20577"/>
        <pc:sldMkLst>
          <pc:docMk/>
          <pc:sldMk cId="0" sldId="4721"/>
        </pc:sldMkLst>
        <pc:spChg chg="mod">
          <ac:chgData name="Vigneshkumar Sambath" userId="5dcf8a5f-1a18-42c8-b425-a273ddff87b0" providerId="ADAL" clId="{2E122F07-A039-41DA-9A6C-623DB3096030}" dt="2026-10-06T07:20:33.313" v="101" actId="20577"/>
          <ac:spMkLst>
            <pc:docMk/>
            <pc:sldMk cId="0" sldId="4721"/>
            <ac:spMk id="2" creationId="{00000000-0000-0000-0000-000000000000}"/>
          </ac:spMkLst>
        </pc:spChg>
        <pc:spChg chg="del">
          <ac:chgData name="Vigneshkumar Sambath" userId="5dcf8a5f-1a18-42c8-b425-a273ddff87b0" providerId="ADAL" clId="{2E122F07-A039-41DA-9A6C-623DB3096030}" dt="2026-10-05T13:26:48.875" v="8" actId="478"/>
          <ac:spMkLst>
            <pc:docMk/>
            <pc:sldMk cId="0" sldId="4721"/>
            <ac:spMk id="3" creationId="{00000000-0000-0000-0000-000000000000}"/>
          </ac:spMkLst>
        </pc:spChg>
        <pc:spChg chg="mod">
          <ac:chgData name="Vigneshkumar Sambath" userId="5dcf8a5f-1a18-42c8-b425-a273ddff87b0" providerId="ADAL" clId="{2E122F07-A039-41DA-9A6C-623DB3096030}" dt="2026-10-06T07:20:44.514" v="104" actId="20577"/>
          <ac:spMkLst>
            <pc:docMk/>
            <pc:sldMk cId="0" sldId="4721"/>
            <ac:spMk id="6" creationId="{00000000-0000-0000-0000-000000000000}"/>
          </ac:spMkLst>
        </pc:spChg>
        <pc:spChg chg="mod">
          <ac:chgData name="Vigneshkumar Sambath" userId="5dcf8a5f-1a18-42c8-b425-a273ddff87b0" providerId="ADAL" clId="{2E122F07-A039-41DA-9A6C-623DB3096030}" dt="2026-10-06T07:21:49.800" v="112" actId="20577"/>
          <ac:spMkLst>
            <pc:docMk/>
            <pc:sldMk cId="0" sldId="4721"/>
            <ac:spMk id="19" creationId="{00000000-0000-0000-0000-000000000000}"/>
          </ac:spMkLst>
        </pc:spChg>
        <pc:spChg chg="mod">
          <ac:chgData name="Vigneshkumar Sambath" userId="5dcf8a5f-1a18-42c8-b425-a273ddff87b0" providerId="ADAL" clId="{2E122F07-A039-41DA-9A6C-623DB3096030}" dt="2026-10-06T01:47:14.898" v="33" actId="20577"/>
          <ac:spMkLst>
            <pc:docMk/>
            <pc:sldMk cId="0" sldId="4721"/>
            <ac:spMk id="30" creationId="{00000000-0000-0000-0000-000000000000}"/>
          </ac:spMkLst>
        </pc:spChg>
        <pc:spChg chg="mod">
          <ac:chgData name="Vigneshkumar Sambath" userId="5dcf8a5f-1a18-42c8-b425-a273ddff87b0" providerId="ADAL" clId="{2E122F07-A039-41DA-9A6C-623DB3096030}" dt="2026-10-06T07:22:11.863" v="131" actId="20577"/>
          <ac:spMkLst>
            <pc:docMk/>
            <pc:sldMk cId="0" sldId="4721"/>
            <ac:spMk id="31" creationId="{00000000-0000-0000-0000-000000000000}"/>
          </ac:spMkLst>
        </pc:spChg>
      </pc:sldChg>
      <pc:sldChg chg="mod modShow">
        <pc:chgData name="Vigneshkumar Sambath" userId="5dcf8a5f-1a18-42c8-b425-a273ddff87b0" providerId="ADAL" clId="{2E122F07-A039-41DA-9A6C-623DB3096030}" dt="2026-10-05T13:27:23.766" v="10" actId="729"/>
        <pc:sldMkLst>
          <pc:docMk/>
          <pc:sldMk cId="0" sldId="4722"/>
        </pc:sldMkLst>
      </pc:sldChg>
      <pc:sldChg chg="mod modShow">
        <pc:chgData name="Vigneshkumar Sambath" userId="5dcf8a5f-1a18-42c8-b425-a273ddff87b0" providerId="ADAL" clId="{2E122F07-A039-41DA-9A6C-623DB3096030}" dt="2026-10-05T13:27:30.956" v="11" actId="729"/>
        <pc:sldMkLst>
          <pc:docMk/>
          <pc:sldMk cId="0" sldId="4723"/>
        </pc:sldMkLst>
      </pc:sldChg>
      <pc:sldChg chg="mod modShow">
        <pc:chgData name="Vigneshkumar Sambath" userId="5dcf8a5f-1a18-42c8-b425-a273ddff87b0" providerId="ADAL" clId="{2E122F07-A039-41DA-9A6C-623DB3096030}" dt="2026-10-05T13:27:35.221" v="12" actId="729"/>
        <pc:sldMkLst>
          <pc:docMk/>
          <pc:sldMk cId="0" sldId="4724"/>
        </pc:sldMkLst>
      </pc:sldChg>
      <pc:sldChg chg="mod modShow">
        <pc:chgData name="Vigneshkumar Sambath" userId="5dcf8a5f-1a18-42c8-b425-a273ddff87b0" providerId="ADAL" clId="{2E122F07-A039-41DA-9A6C-623DB3096030}" dt="2026-10-05T13:27:55.897" v="13" actId="729"/>
        <pc:sldMkLst>
          <pc:docMk/>
          <pc:sldMk cId="0" sldId="4725"/>
        </pc:sldMkLst>
      </pc:sldChg>
      <pc:sldChg chg="modSp del mod">
        <pc:chgData name="Vigneshkumar Sambath" userId="5dcf8a5f-1a18-42c8-b425-a273ddff87b0" providerId="ADAL" clId="{2E122F07-A039-41DA-9A6C-623DB3096030}" dt="2026-10-06T07:24:49.296" v="141"/>
        <pc:sldMkLst>
          <pc:docMk/>
          <pc:sldMk cId="0" sldId="4726"/>
        </pc:sldMkLst>
        <pc:spChg chg="mod">
          <ac:chgData name="Vigneshkumar Sambath" userId="5dcf8a5f-1a18-42c8-b425-a273ddff87b0" providerId="ADAL" clId="{2E122F07-A039-41DA-9A6C-623DB3096030}" dt="2026-10-06T01:48:07.732" v="34" actId="13926"/>
          <ac:spMkLst>
            <pc:docMk/>
            <pc:sldMk cId="0" sldId="4726"/>
            <ac:spMk id="6" creationId="{00000000-0000-0000-0000-000000000000}"/>
          </ac:spMkLst>
        </pc:spChg>
        <pc:graphicFrameChg chg="modGraphic">
          <ac:chgData name="Vigneshkumar Sambath" userId="5dcf8a5f-1a18-42c8-b425-a273ddff87b0" providerId="ADAL" clId="{2E122F07-A039-41DA-9A6C-623DB3096030}" dt="2026-10-06T07:22:45.376" v="139" actId="20577"/>
          <ac:graphicFrameMkLst>
            <pc:docMk/>
            <pc:sldMk cId="0" sldId="4726"/>
            <ac:graphicFrameMk id="5" creationId="{00000000-0000-0000-0000-000000000000}"/>
          </ac:graphicFrameMkLst>
        </pc:graphicFrameChg>
      </pc:sldChg>
      <pc:sldChg chg="modSp del mod">
        <pc:chgData name="Vigneshkumar Sambath" userId="5dcf8a5f-1a18-42c8-b425-a273ddff87b0" providerId="ADAL" clId="{2E122F07-A039-41DA-9A6C-623DB3096030}" dt="2026-10-06T07:24:53.389" v="143"/>
        <pc:sldMkLst>
          <pc:docMk/>
          <pc:sldMk cId="0" sldId="4727"/>
        </pc:sldMkLst>
        <pc:spChg chg="mod">
          <ac:chgData name="Vigneshkumar Sambath" userId="5dcf8a5f-1a18-42c8-b425-a273ddff87b0" providerId="ADAL" clId="{2E122F07-A039-41DA-9A6C-623DB3096030}" dt="2026-10-06T01:49:41.480" v="42" actId="20577"/>
          <ac:spMkLst>
            <pc:docMk/>
            <pc:sldMk cId="0" sldId="4727"/>
            <ac:spMk id="2" creationId="{00000000-0000-0000-0000-000000000000}"/>
          </ac:spMkLst>
        </pc:spChg>
      </pc:sldChg>
      <pc:sldChg chg="modSp mod">
        <pc:chgData name="Vigneshkumar Sambath" userId="5dcf8a5f-1a18-42c8-b425-a273ddff87b0" providerId="ADAL" clId="{2E122F07-A039-41DA-9A6C-623DB3096030}" dt="2026-10-05T13:29:17.326" v="26" actId="13926"/>
        <pc:sldMkLst>
          <pc:docMk/>
          <pc:sldMk cId="0" sldId="4728"/>
        </pc:sldMkLst>
        <pc:spChg chg="mod">
          <ac:chgData name="Vigneshkumar Sambath" userId="5dcf8a5f-1a18-42c8-b425-a273ddff87b0" providerId="ADAL" clId="{2E122F07-A039-41DA-9A6C-623DB3096030}" dt="2026-10-05T13:29:17.326" v="26" actId="13926"/>
          <ac:spMkLst>
            <pc:docMk/>
            <pc:sldMk cId="0" sldId="4728"/>
            <ac:spMk id="2" creationId="{00000000-0000-0000-0000-000000000000}"/>
          </ac:spMkLst>
        </pc:spChg>
        <pc:spChg chg="mod">
          <ac:chgData name="Vigneshkumar Sambath" userId="5dcf8a5f-1a18-42c8-b425-a273ddff87b0" providerId="ADAL" clId="{2E122F07-A039-41DA-9A6C-623DB3096030}" dt="2026-10-05T13:29:15.339" v="25" actId="6549"/>
          <ac:spMkLst>
            <pc:docMk/>
            <pc:sldMk cId="0" sldId="4728"/>
            <ac:spMk id="4" creationId="{00000000-0000-0000-0000-000000000000}"/>
          </ac:spMkLst>
        </pc:spChg>
      </pc:sldChg>
      <pc:sldChg chg="del">
        <pc:chgData name="Vigneshkumar Sambath" userId="5dcf8a5f-1a18-42c8-b425-a273ddff87b0" providerId="ADAL" clId="{2E122F07-A039-41DA-9A6C-623DB3096030}" dt="2026-10-05T13:14:29.291" v="1" actId="2696"/>
        <pc:sldMkLst>
          <pc:docMk/>
          <pc:sldMk cId="0" sldId="4729"/>
        </pc:sldMkLst>
      </pc:sldChg>
      <pc:sldChg chg="modSp mod">
        <pc:chgData name="Vigneshkumar Sambath" userId="5dcf8a5f-1a18-42c8-b425-a273ddff87b0" providerId="ADAL" clId="{2E122F07-A039-41DA-9A6C-623DB3096030}" dt="2026-10-06T01:52:43.659" v="63" actId="207"/>
        <pc:sldMkLst>
          <pc:docMk/>
          <pc:sldMk cId="0" sldId="4730"/>
        </pc:sldMkLst>
        <pc:spChg chg="mod">
          <ac:chgData name="Vigneshkumar Sambath" userId="5dcf8a5f-1a18-42c8-b425-a273ddff87b0" providerId="ADAL" clId="{2E122F07-A039-41DA-9A6C-623DB3096030}" dt="2026-10-06T01:52:43.659" v="63" actId="207"/>
          <ac:spMkLst>
            <pc:docMk/>
            <pc:sldMk cId="0" sldId="4730"/>
            <ac:spMk id="8" creationId="{00000000-0000-0000-0000-000000000000}"/>
          </ac:spMkLst>
        </pc:spChg>
        <pc:spChg chg="mod">
          <ac:chgData name="Vigneshkumar Sambath" userId="5dcf8a5f-1a18-42c8-b425-a273ddff87b0" providerId="ADAL" clId="{2E122F07-A039-41DA-9A6C-623DB3096030}" dt="2026-10-06T01:51:37.507" v="62" actId="6549"/>
          <ac:spMkLst>
            <pc:docMk/>
            <pc:sldMk cId="0" sldId="4730"/>
            <ac:spMk id="15" creationId="{00000000-0000-0000-0000-000000000000}"/>
          </ac:spMkLst>
        </pc:spChg>
      </pc:sldChg>
      <pc:sldChg chg="del">
        <pc:chgData name="Vigneshkumar Sambath" userId="5dcf8a5f-1a18-42c8-b425-a273ddff87b0" providerId="ADAL" clId="{2E122F07-A039-41DA-9A6C-623DB3096030}" dt="2026-10-05T13:14:25.921" v="0" actId="2696"/>
        <pc:sldMkLst>
          <pc:docMk/>
          <pc:sldMk cId="0" sldId="4731"/>
        </pc:sldMkLst>
      </pc:sldChg>
      <pc:sldChg chg="add">
        <pc:chgData name="Vigneshkumar Sambath" userId="5dcf8a5f-1a18-42c8-b425-a273ddff87b0" providerId="ADAL" clId="{2E122F07-A039-41DA-9A6C-623DB3096030}" dt="2026-10-06T07:24:49.290" v="140"/>
        <pc:sldMkLst>
          <pc:docMk/>
          <pc:sldMk cId="439790532" sldId="4733"/>
        </pc:sldMkLst>
      </pc:sldChg>
      <pc:sldChg chg="add">
        <pc:chgData name="Vigneshkumar Sambath" userId="5dcf8a5f-1a18-42c8-b425-a273ddff87b0" providerId="ADAL" clId="{2E122F07-A039-41DA-9A6C-623DB3096030}" dt="2026-10-06T07:24:53.385" v="142"/>
        <pc:sldMkLst>
          <pc:docMk/>
          <pc:sldMk cId="932344670" sldId="4734"/>
        </pc:sldMkLst>
      </pc:sldChg>
    </pc:docChg>
  </pc:docChgLst>
  <pc:docChgLst>
    <pc:chgData name="Umesh Nikam" userId="S::umesh.nikam@softdel.com::5fee19d9-82ef-4b27-8766-eff6e0932e5e" providerId="AD" clId="Web-{33DB9F50-2544-3621-50E4-59889045D8DE}"/>
    <pc:docChg chg="modSld">
      <pc:chgData name="Umesh Nikam" userId="S::umesh.nikam@softdel.com::5fee19d9-82ef-4b27-8766-eff6e0932e5e" providerId="AD" clId="Web-{33DB9F50-2544-3621-50E4-59889045D8DE}" dt="2026-10-06T04:49:47.536" v="223" actId="20577"/>
      <pc:docMkLst>
        <pc:docMk/>
      </pc:docMkLst>
      <pc:sldChg chg="delSp modSp">
        <pc:chgData name="Umesh Nikam" userId="S::umesh.nikam@softdel.com::5fee19d9-82ef-4b27-8766-eff6e0932e5e" providerId="AD" clId="Web-{33DB9F50-2544-3621-50E4-59889045D8DE}" dt="2026-10-06T04:33:52.406" v="140"/>
        <pc:sldMkLst>
          <pc:docMk/>
          <pc:sldMk cId="0" sldId="4726"/>
        </pc:sldMkLst>
        <pc:spChg chg="del mod">
          <ac:chgData name="Umesh Nikam" userId="S::umesh.nikam@softdel.com::5fee19d9-82ef-4b27-8766-eff6e0932e5e" providerId="AD" clId="Web-{33DB9F50-2544-3621-50E4-59889045D8DE}" dt="2026-10-06T04:33:52.406" v="140"/>
          <ac:spMkLst>
            <pc:docMk/>
            <pc:sldMk cId="0" sldId="4726"/>
            <ac:spMk id="6" creationId="{00000000-0000-0000-0000-000000000000}"/>
          </ac:spMkLst>
        </pc:spChg>
        <pc:graphicFrameChg chg="mod modGraphic">
          <ac:chgData name="Umesh Nikam" userId="S::umesh.nikam@softdel.com::5fee19d9-82ef-4b27-8766-eff6e0932e5e" providerId="AD" clId="Web-{33DB9F50-2544-3621-50E4-59889045D8DE}" dt="2026-10-06T04:32:52.483" v="135"/>
          <ac:graphicFrameMkLst>
            <pc:docMk/>
            <pc:sldMk cId="0" sldId="4726"/>
            <ac:graphicFrameMk id="5" creationId="{00000000-0000-0000-0000-000000000000}"/>
          </ac:graphicFrameMkLst>
        </pc:graphicFrameChg>
      </pc:sldChg>
      <pc:sldChg chg="delSp modSp">
        <pc:chgData name="Umesh Nikam" userId="S::umesh.nikam@softdel.com::5fee19d9-82ef-4b27-8766-eff6e0932e5e" providerId="AD" clId="Web-{33DB9F50-2544-3621-50E4-59889045D8DE}" dt="2026-10-06T04:34:39.500" v="187"/>
        <pc:sldMkLst>
          <pc:docMk/>
          <pc:sldMk cId="0" sldId="4727"/>
        </pc:sldMkLst>
        <pc:spChg chg="del">
          <ac:chgData name="Umesh Nikam" userId="S::umesh.nikam@softdel.com::5fee19d9-82ef-4b27-8766-eff6e0932e5e" providerId="AD" clId="Web-{33DB9F50-2544-3621-50E4-59889045D8DE}" dt="2026-10-06T04:34:39.500" v="187"/>
          <ac:spMkLst>
            <pc:docMk/>
            <pc:sldMk cId="0" sldId="4727"/>
            <ac:spMk id="6" creationId="{00000000-0000-0000-0000-000000000000}"/>
          </ac:spMkLst>
        </pc:spChg>
        <pc:graphicFrameChg chg="mod modGraphic">
          <ac:chgData name="Umesh Nikam" userId="S::umesh.nikam@softdel.com::5fee19d9-82ef-4b27-8766-eff6e0932e5e" providerId="AD" clId="Web-{33DB9F50-2544-3621-50E4-59889045D8DE}" dt="2026-10-06T04:34:34.125" v="186"/>
          <ac:graphicFrameMkLst>
            <pc:docMk/>
            <pc:sldMk cId="0" sldId="4727"/>
            <ac:graphicFrameMk id="5" creationId="{00000000-0000-0000-0000-000000000000}"/>
          </ac:graphicFrameMkLst>
        </pc:graphicFrameChg>
      </pc:sldChg>
      <pc:sldChg chg="modSp modCm">
        <pc:chgData name="Umesh Nikam" userId="S::umesh.nikam@softdel.com::5fee19d9-82ef-4b27-8766-eff6e0932e5e" providerId="AD" clId="Web-{33DB9F50-2544-3621-50E4-59889045D8DE}" dt="2026-10-06T04:49:47.536" v="223" actId="20577"/>
        <pc:sldMkLst>
          <pc:docMk/>
          <pc:sldMk cId="0" sldId="4730"/>
        </pc:sldMkLst>
        <pc:spChg chg="mod">
          <ac:chgData name="Umesh Nikam" userId="S::umesh.nikam@softdel.com::5fee19d9-82ef-4b27-8766-eff6e0932e5e" providerId="AD" clId="Web-{33DB9F50-2544-3621-50E4-59889045D8DE}" dt="2026-10-06T04:49:47.536" v="223" actId="20577"/>
          <ac:spMkLst>
            <pc:docMk/>
            <pc:sldMk cId="0" sldId="4730"/>
            <ac:spMk id="8" creationId="{00000000-0000-0000-0000-000000000000}"/>
          </ac:spMkLst>
        </pc:spChg>
        <pc:spChg chg="mod">
          <ac:chgData name="Umesh Nikam" userId="S::umesh.nikam@softdel.com::5fee19d9-82ef-4b27-8766-eff6e0932e5e" providerId="AD" clId="Web-{33DB9F50-2544-3621-50E4-59889045D8DE}" dt="2026-10-06T04:35:48.250" v="202" actId="20577"/>
          <ac:spMkLst>
            <pc:docMk/>
            <pc:sldMk cId="0" sldId="4730"/>
            <ac:spMk id="11" creationId="{00000000-0000-0000-0000-000000000000}"/>
          </ac:spMkLst>
        </pc:spChg>
        <pc:spChg chg="mod">
          <ac:chgData name="Umesh Nikam" userId="S::umesh.nikam@softdel.com::5fee19d9-82ef-4b27-8766-eff6e0932e5e" providerId="AD" clId="Web-{33DB9F50-2544-3621-50E4-59889045D8DE}" dt="2026-10-06T04:36:25.641" v="211" actId="20577"/>
          <ac:spMkLst>
            <pc:docMk/>
            <pc:sldMk cId="0" sldId="4730"/>
            <ac:spMk id="12" creationId="{00000000-0000-0000-0000-000000000000}"/>
          </ac:spMkLst>
        </pc:spChg>
        <pc:spChg chg="mod">
          <ac:chgData name="Umesh Nikam" userId="S::umesh.nikam@softdel.com::5fee19d9-82ef-4b27-8766-eff6e0932e5e" providerId="AD" clId="Web-{33DB9F50-2544-3621-50E4-59889045D8DE}" dt="2026-10-06T04:35:25.672" v="199" actId="20577"/>
          <ac:spMkLst>
            <pc:docMk/>
            <pc:sldMk cId="0" sldId="4730"/>
            <ac:spMk id="16" creationId="{00000000-0000-0000-0000-000000000000}"/>
          </ac:spMkLst>
        </pc:spChg>
        <pc:extLst>
          <p:ext xmlns:p="http://schemas.openxmlformats.org/presentationml/2006/main" uri="{D6D511B9-2390-475A-947B-AFAB55BFBCF1}">
            <pc226:cmChg xmlns:pc226="http://schemas.microsoft.com/office/powerpoint/2022/06/main/command" chg="mod">
              <pc226:chgData name="Umesh Nikam" userId="S::umesh.nikam@softdel.com::5fee19d9-82ef-4b27-8766-eff6e0932e5e" providerId="AD" clId="Web-{33DB9F50-2544-3621-50E4-59889045D8DE}" dt="2026-10-06T04:49:47.536" v="222" actId="20577"/>
              <pc2:cmMkLst xmlns:pc2="http://schemas.microsoft.com/office/powerpoint/2019/9/main/command">
                <pc:docMk/>
                <pc:sldMk cId="0" sldId="4730"/>
                <pc2:cmMk id="{D6E3EA0D-2902-44CF-9DB4-6051A781E56F}"/>
              </pc2:cmMkLst>
            </pc226:cmChg>
          </p:ext>
        </pc:extLst>
      </pc:sldChg>
    </pc:docChg>
  </pc:docChgLst>
  <pc:docChgLst>
    <pc:chgData name="Umesh Nikam" userId="S::umesh.nikam@softdel.com::5fee19d9-82ef-4b27-8766-eff6e0932e5e" providerId="AD" clId="Web-{00000000-0000-0000-0000-000000000000}"/>
    <pc:docChg chg="delSld modSld modSection">
      <pc:chgData name="Umesh Nikam" userId="S::umesh.nikam@softdel.com::5fee19d9-82ef-4b27-8766-eff6e0932e5e" providerId="AD" clId="Web-{00000000-0000-0000-0000-000000000000}" dt="2026-10-05T14:12:01.540" v="433" actId="20577"/>
      <pc:docMkLst>
        <pc:docMk/>
      </pc:docMkLst>
      <pc:sldChg chg="modSp">
        <pc:chgData name="Umesh Nikam" userId="S::umesh.nikam@softdel.com::5fee19d9-82ef-4b27-8766-eff6e0932e5e" providerId="AD" clId="Web-{00000000-0000-0000-0000-000000000000}" dt="2026-10-05T14:06:02.068" v="426" actId="20577"/>
        <pc:sldMkLst>
          <pc:docMk/>
          <pc:sldMk cId="2279024266" sldId="4718"/>
        </pc:sldMkLst>
        <pc:spChg chg="mod">
          <ac:chgData name="Umesh Nikam" userId="S::umesh.nikam@softdel.com::5fee19d9-82ef-4b27-8766-eff6e0932e5e" providerId="AD" clId="Web-{00000000-0000-0000-0000-000000000000}" dt="2026-10-05T14:06:02.068" v="426" actId="20577"/>
          <ac:spMkLst>
            <pc:docMk/>
            <pc:sldMk cId="2279024266" sldId="4718"/>
            <ac:spMk id="5" creationId="{4807E640-9E42-002F-79A9-301E6F8E1C45}"/>
          </ac:spMkLst>
        </pc:spChg>
      </pc:sldChg>
      <pc:sldChg chg="modSp">
        <pc:chgData name="Umesh Nikam" userId="S::umesh.nikam@softdel.com::5fee19d9-82ef-4b27-8766-eff6e0932e5e" providerId="AD" clId="Web-{00000000-0000-0000-0000-000000000000}" dt="2026-10-05T14:04:37.020" v="412" actId="20577"/>
        <pc:sldMkLst>
          <pc:docMk/>
          <pc:sldMk cId="0" sldId="4719"/>
        </pc:sldMkLst>
        <pc:spChg chg="mod">
          <ac:chgData name="Umesh Nikam" userId="S::umesh.nikam@softdel.com::5fee19d9-82ef-4b27-8766-eff6e0932e5e" providerId="AD" clId="Web-{00000000-0000-0000-0000-000000000000}" dt="2026-10-05T14:02:09.034" v="383" actId="20577"/>
          <ac:spMkLst>
            <pc:docMk/>
            <pc:sldMk cId="0" sldId="4719"/>
            <ac:spMk id="6" creationId="{00000000-0000-0000-0000-000000000000}"/>
          </ac:spMkLst>
        </pc:spChg>
        <pc:spChg chg="mod">
          <ac:chgData name="Umesh Nikam" userId="S::umesh.nikam@softdel.com::5fee19d9-82ef-4b27-8766-eff6e0932e5e" providerId="AD" clId="Web-{00000000-0000-0000-0000-000000000000}" dt="2026-10-05T14:02:45.956" v="397"/>
          <ac:spMkLst>
            <pc:docMk/>
            <pc:sldMk cId="0" sldId="4719"/>
            <ac:spMk id="10" creationId="{00000000-0000-0000-0000-000000000000}"/>
          </ac:spMkLst>
        </pc:spChg>
        <pc:spChg chg="mod">
          <ac:chgData name="Umesh Nikam" userId="S::umesh.nikam@softdel.com::5fee19d9-82ef-4b27-8766-eff6e0932e5e" providerId="AD" clId="Web-{00000000-0000-0000-0000-000000000000}" dt="2026-10-05T14:04:20.020" v="408" actId="20577"/>
          <ac:spMkLst>
            <pc:docMk/>
            <pc:sldMk cId="0" sldId="4719"/>
            <ac:spMk id="14" creationId="{00000000-0000-0000-0000-000000000000}"/>
          </ac:spMkLst>
        </pc:spChg>
        <pc:spChg chg="mod">
          <ac:chgData name="Umesh Nikam" userId="S::umesh.nikam@softdel.com::5fee19d9-82ef-4b27-8766-eff6e0932e5e" providerId="AD" clId="Web-{00000000-0000-0000-0000-000000000000}" dt="2026-10-05T14:04:37.020" v="412" actId="20577"/>
          <ac:spMkLst>
            <pc:docMk/>
            <pc:sldMk cId="0" sldId="4719"/>
            <ac:spMk id="18" creationId="{00000000-0000-0000-0000-000000000000}"/>
          </ac:spMkLst>
        </pc:spChg>
      </pc:sldChg>
      <pc:sldChg chg="del">
        <pc:chgData name="Umesh Nikam" userId="S::umesh.nikam@softdel.com::5fee19d9-82ef-4b27-8766-eff6e0932e5e" providerId="AD" clId="Web-{00000000-0000-0000-0000-000000000000}" dt="2026-10-05T13:46:50.460" v="150"/>
        <pc:sldMkLst>
          <pc:docMk/>
          <pc:sldMk cId="0" sldId="4720"/>
        </pc:sldMkLst>
      </pc:sldChg>
      <pc:sldChg chg="addSp delSp modSp">
        <pc:chgData name="Umesh Nikam" userId="S::umesh.nikam@softdel.com::5fee19d9-82ef-4b27-8766-eff6e0932e5e" providerId="AD" clId="Web-{00000000-0000-0000-0000-000000000000}" dt="2026-10-05T14:02:23.097" v="387" actId="20577"/>
        <pc:sldMkLst>
          <pc:docMk/>
          <pc:sldMk cId="0" sldId="4721"/>
        </pc:sldMkLst>
        <pc:spChg chg="mod">
          <ac:chgData name="Umesh Nikam" userId="S::umesh.nikam@softdel.com::5fee19d9-82ef-4b27-8766-eff6e0932e5e" providerId="AD" clId="Web-{00000000-0000-0000-0000-000000000000}" dt="2026-10-05T14:02:23.097" v="387" actId="20577"/>
          <ac:spMkLst>
            <pc:docMk/>
            <pc:sldMk cId="0" sldId="4721"/>
            <ac:spMk id="2" creationId="{00000000-0000-0000-0000-000000000000}"/>
          </ac:spMkLst>
        </pc:spChg>
        <pc:spChg chg="add del mod">
          <ac:chgData name="Umesh Nikam" userId="S::umesh.nikam@softdel.com::5fee19d9-82ef-4b27-8766-eff6e0932e5e" providerId="AD" clId="Web-{00000000-0000-0000-0000-000000000000}" dt="2026-10-05T13:43:30.302" v="95" actId="20577"/>
          <ac:spMkLst>
            <pc:docMk/>
            <pc:sldMk cId="0" sldId="4721"/>
            <ac:spMk id="7" creationId="{00000000-0000-0000-0000-000000000000}"/>
          </ac:spMkLst>
        </pc:spChg>
        <pc:spChg chg="mod">
          <ac:chgData name="Umesh Nikam" userId="S::umesh.nikam@softdel.com::5fee19d9-82ef-4b27-8766-eff6e0932e5e" providerId="AD" clId="Web-{00000000-0000-0000-0000-000000000000}" dt="2026-10-05T13:44:19.177" v="108" actId="20577"/>
          <ac:spMkLst>
            <pc:docMk/>
            <pc:sldMk cId="0" sldId="4721"/>
            <ac:spMk id="11" creationId="{00000000-0000-0000-0000-000000000000}"/>
          </ac:spMkLst>
        </pc:spChg>
        <pc:spChg chg="mod">
          <ac:chgData name="Umesh Nikam" userId="S::umesh.nikam@softdel.com::5fee19d9-82ef-4b27-8766-eff6e0932e5e" providerId="AD" clId="Web-{00000000-0000-0000-0000-000000000000}" dt="2026-10-05T13:44:29.490" v="111" actId="20577"/>
          <ac:spMkLst>
            <pc:docMk/>
            <pc:sldMk cId="0" sldId="4721"/>
            <ac:spMk id="15" creationId="{00000000-0000-0000-0000-000000000000}"/>
          </ac:spMkLst>
        </pc:spChg>
        <pc:spChg chg="mod">
          <ac:chgData name="Umesh Nikam" userId="S::umesh.nikam@softdel.com::5fee19d9-82ef-4b27-8766-eff6e0932e5e" providerId="AD" clId="Web-{00000000-0000-0000-0000-000000000000}" dt="2026-10-05T13:44:40.834" v="114" actId="20577"/>
          <ac:spMkLst>
            <pc:docMk/>
            <pc:sldMk cId="0" sldId="4721"/>
            <ac:spMk id="19" creationId="{00000000-0000-0000-0000-000000000000}"/>
          </ac:spMkLst>
        </pc:spChg>
        <pc:spChg chg="mod">
          <ac:chgData name="Umesh Nikam" userId="S::umesh.nikam@softdel.com::5fee19d9-82ef-4b27-8766-eff6e0932e5e" providerId="AD" clId="Web-{00000000-0000-0000-0000-000000000000}" dt="2026-10-05T13:45:05.444" v="116" actId="20577"/>
          <ac:spMkLst>
            <pc:docMk/>
            <pc:sldMk cId="0" sldId="4721"/>
            <ac:spMk id="27" creationId="{00000000-0000-0000-0000-000000000000}"/>
          </ac:spMkLst>
        </pc:spChg>
        <pc:spChg chg="mod">
          <ac:chgData name="Umesh Nikam" userId="S::umesh.nikam@softdel.com::5fee19d9-82ef-4b27-8766-eff6e0932e5e" providerId="AD" clId="Web-{00000000-0000-0000-0000-000000000000}" dt="2026-10-05T13:45:53.335" v="135" actId="20577"/>
          <ac:spMkLst>
            <pc:docMk/>
            <pc:sldMk cId="0" sldId="4721"/>
            <ac:spMk id="31" creationId="{00000000-0000-0000-0000-000000000000}"/>
          </ac:spMkLst>
        </pc:spChg>
        <pc:spChg chg="mod">
          <ac:chgData name="Umesh Nikam" userId="S::umesh.nikam@softdel.com::5fee19d9-82ef-4b27-8766-eff6e0932e5e" providerId="AD" clId="Web-{00000000-0000-0000-0000-000000000000}" dt="2026-10-05T13:46:29.351" v="144" actId="20577"/>
          <ac:spMkLst>
            <pc:docMk/>
            <pc:sldMk cId="0" sldId="4721"/>
            <ac:spMk id="35" creationId="{00000000-0000-0000-0000-000000000000}"/>
          </ac:spMkLst>
        </pc:spChg>
        <pc:spChg chg="mod">
          <ac:chgData name="Umesh Nikam" userId="S::umesh.nikam@softdel.com::5fee19d9-82ef-4b27-8766-eff6e0932e5e" providerId="AD" clId="Web-{00000000-0000-0000-0000-000000000000}" dt="2026-10-05T13:46:40.538" v="149" actId="20577"/>
          <ac:spMkLst>
            <pc:docMk/>
            <pc:sldMk cId="0" sldId="4721"/>
            <ac:spMk id="39" creationId="{00000000-0000-0000-0000-000000000000}"/>
          </ac:spMkLst>
        </pc:spChg>
        <pc:picChg chg="add del mod">
          <ac:chgData name="Umesh Nikam" userId="S::umesh.nikam@softdel.com::5fee19d9-82ef-4b27-8766-eff6e0932e5e" providerId="AD" clId="Web-{00000000-0000-0000-0000-000000000000}" dt="2026-10-05T13:42:20.301" v="84"/>
          <ac:picMkLst>
            <pc:docMk/>
            <pc:sldMk cId="0" sldId="4721"/>
            <ac:picMk id="3" creationId="{433480D0-0B11-84AB-25A7-DFF9B18CEDA5}"/>
          </ac:picMkLst>
        </pc:picChg>
      </pc:sldChg>
      <pc:sldChg chg="del">
        <pc:chgData name="Umesh Nikam" userId="S::umesh.nikam@softdel.com::5fee19d9-82ef-4b27-8766-eff6e0932e5e" providerId="AD" clId="Web-{00000000-0000-0000-0000-000000000000}" dt="2026-10-05T13:46:54.460" v="151"/>
        <pc:sldMkLst>
          <pc:docMk/>
          <pc:sldMk cId="0" sldId="4722"/>
        </pc:sldMkLst>
      </pc:sldChg>
      <pc:sldChg chg="del">
        <pc:chgData name="Umesh Nikam" userId="S::umesh.nikam@softdel.com::5fee19d9-82ef-4b27-8766-eff6e0932e5e" providerId="AD" clId="Web-{00000000-0000-0000-0000-000000000000}" dt="2026-10-05T13:46:56.898" v="152"/>
        <pc:sldMkLst>
          <pc:docMk/>
          <pc:sldMk cId="0" sldId="4723"/>
        </pc:sldMkLst>
      </pc:sldChg>
      <pc:sldChg chg="del">
        <pc:chgData name="Umesh Nikam" userId="S::umesh.nikam@softdel.com::5fee19d9-82ef-4b27-8766-eff6e0932e5e" providerId="AD" clId="Web-{00000000-0000-0000-0000-000000000000}" dt="2026-10-05T13:46:58.273" v="153"/>
        <pc:sldMkLst>
          <pc:docMk/>
          <pc:sldMk cId="0" sldId="4724"/>
        </pc:sldMkLst>
      </pc:sldChg>
      <pc:sldChg chg="del">
        <pc:chgData name="Umesh Nikam" userId="S::umesh.nikam@softdel.com::5fee19d9-82ef-4b27-8766-eff6e0932e5e" providerId="AD" clId="Web-{00000000-0000-0000-0000-000000000000}" dt="2026-10-05T13:46:59.038" v="154"/>
        <pc:sldMkLst>
          <pc:docMk/>
          <pc:sldMk cId="0" sldId="4725"/>
        </pc:sldMkLst>
      </pc:sldChg>
      <pc:sldChg chg="delSp modSp">
        <pc:chgData name="Umesh Nikam" userId="S::umesh.nikam@softdel.com::5fee19d9-82ef-4b27-8766-eff6e0932e5e" providerId="AD" clId="Web-{00000000-0000-0000-0000-000000000000}" dt="2026-10-05T14:02:29.784" v="391" actId="20577"/>
        <pc:sldMkLst>
          <pc:docMk/>
          <pc:sldMk cId="0" sldId="4726"/>
        </pc:sldMkLst>
        <pc:spChg chg="mod">
          <ac:chgData name="Umesh Nikam" userId="S::umesh.nikam@softdel.com::5fee19d9-82ef-4b27-8766-eff6e0932e5e" providerId="AD" clId="Web-{00000000-0000-0000-0000-000000000000}" dt="2026-10-05T14:02:29.784" v="391" actId="20577"/>
          <ac:spMkLst>
            <pc:docMk/>
            <pc:sldMk cId="0" sldId="4726"/>
            <ac:spMk id="2" creationId="{00000000-0000-0000-0000-000000000000}"/>
          </ac:spMkLst>
        </pc:spChg>
        <pc:spChg chg="del">
          <ac:chgData name="Umesh Nikam" userId="S::umesh.nikam@softdel.com::5fee19d9-82ef-4b27-8766-eff6e0932e5e" providerId="AD" clId="Web-{00000000-0000-0000-0000-000000000000}" dt="2026-10-05T13:47:53.477" v="171"/>
          <ac:spMkLst>
            <pc:docMk/>
            <pc:sldMk cId="0" sldId="4726"/>
            <ac:spMk id="3" creationId="{00000000-0000-0000-0000-000000000000}"/>
          </ac:spMkLst>
        </pc:spChg>
        <pc:spChg chg="del">
          <ac:chgData name="Umesh Nikam" userId="S::umesh.nikam@softdel.com::5fee19d9-82ef-4b27-8766-eff6e0932e5e" providerId="AD" clId="Web-{00000000-0000-0000-0000-000000000000}" dt="2026-10-05T13:47:57.914" v="172"/>
          <ac:spMkLst>
            <pc:docMk/>
            <pc:sldMk cId="0" sldId="4726"/>
            <ac:spMk id="4" creationId="{00000000-0000-0000-0000-000000000000}"/>
          </ac:spMkLst>
        </pc:spChg>
        <pc:spChg chg="mod">
          <ac:chgData name="Umesh Nikam" userId="S::umesh.nikam@softdel.com::5fee19d9-82ef-4b27-8766-eff6e0932e5e" providerId="AD" clId="Web-{00000000-0000-0000-0000-000000000000}" dt="2026-10-05T13:48:42.071" v="206" actId="1076"/>
          <ac:spMkLst>
            <pc:docMk/>
            <pc:sldMk cId="0" sldId="4726"/>
            <ac:spMk id="6" creationId="{00000000-0000-0000-0000-000000000000}"/>
          </ac:spMkLst>
        </pc:spChg>
        <pc:graphicFrameChg chg="mod modGraphic">
          <ac:chgData name="Umesh Nikam" userId="S::umesh.nikam@softdel.com::5fee19d9-82ef-4b27-8766-eff6e0932e5e" providerId="AD" clId="Web-{00000000-0000-0000-0000-000000000000}" dt="2026-10-05T13:48:42.040" v="205" actId="1076"/>
          <ac:graphicFrameMkLst>
            <pc:docMk/>
            <pc:sldMk cId="0" sldId="4726"/>
            <ac:graphicFrameMk id="5" creationId="{00000000-0000-0000-0000-000000000000}"/>
          </ac:graphicFrameMkLst>
        </pc:graphicFrameChg>
      </pc:sldChg>
      <pc:sldChg chg="delSp modSp">
        <pc:chgData name="Umesh Nikam" userId="S::umesh.nikam@softdel.com::5fee19d9-82ef-4b27-8766-eff6e0932e5e" providerId="AD" clId="Web-{00000000-0000-0000-0000-000000000000}" dt="2026-10-05T14:02:56.300" v="398" actId="20577"/>
        <pc:sldMkLst>
          <pc:docMk/>
          <pc:sldMk cId="0" sldId="4727"/>
        </pc:sldMkLst>
        <pc:spChg chg="mod">
          <ac:chgData name="Umesh Nikam" userId="S::umesh.nikam@softdel.com::5fee19d9-82ef-4b27-8766-eff6e0932e5e" providerId="AD" clId="Web-{00000000-0000-0000-0000-000000000000}" dt="2026-10-05T14:02:56.300" v="398" actId="20577"/>
          <ac:spMkLst>
            <pc:docMk/>
            <pc:sldMk cId="0" sldId="4727"/>
            <ac:spMk id="2" creationId="{00000000-0000-0000-0000-000000000000}"/>
          </ac:spMkLst>
        </pc:spChg>
        <pc:spChg chg="del mod">
          <ac:chgData name="Umesh Nikam" userId="S::umesh.nikam@softdel.com::5fee19d9-82ef-4b27-8766-eff6e0932e5e" providerId="AD" clId="Web-{00000000-0000-0000-0000-000000000000}" dt="2026-10-05T13:49:35.696" v="214"/>
          <ac:spMkLst>
            <pc:docMk/>
            <pc:sldMk cId="0" sldId="4727"/>
            <ac:spMk id="3" creationId="{00000000-0000-0000-0000-000000000000}"/>
          </ac:spMkLst>
        </pc:spChg>
        <pc:spChg chg="del">
          <ac:chgData name="Umesh Nikam" userId="S::umesh.nikam@softdel.com::5fee19d9-82ef-4b27-8766-eff6e0932e5e" providerId="AD" clId="Web-{00000000-0000-0000-0000-000000000000}" dt="2026-10-05T13:49:35.696" v="213"/>
          <ac:spMkLst>
            <pc:docMk/>
            <pc:sldMk cId="0" sldId="4727"/>
            <ac:spMk id="4" creationId="{00000000-0000-0000-0000-000000000000}"/>
          </ac:spMkLst>
        </pc:spChg>
        <pc:spChg chg="mod">
          <ac:chgData name="Umesh Nikam" userId="S::umesh.nikam@softdel.com::5fee19d9-82ef-4b27-8766-eff6e0932e5e" providerId="AD" clId="Web-{00000000-0000-0000-0000-000000000000}" dt="2026-10-05T13:49:39.306" v="216" actId="1076"/>
          <ac:spMkLst>
            <pc:docMk/>
            <pc:sldMk cId="0" sldId="4727"/>
            <ac:spMk id="6" creationId="{00000000-0000-0000-0000-000000000000}"/>
          </ac:spMkLst>
        </pc:spChg>
        <pc:graphicFrameChg chg="mod">
          <ac:chgData name="Umesh Nikam" userId="S::umesh.nikam@softdel.com::5fee19d9-82ef-4b27-8766-eff6e0932e5e" providerId="AD" clId="Web-{00000000-0000-0000-0000-000000000000}" dt="2026-10-05T13:49:39.259" v="215" actId="1076"/>
          <ac:graphicFrameMkLst>
            <pc:docMk/>
            <pc:sldMk cId="0" sldId="4727"/>
            <ac:graphicFrameMk id="5" creationId="{00000000-0000-0000-0000-000000000000}"/>
          </ac:graphicFrameMkLst>
        </pc:graphicFrameChg>
      </pc:sldChg>
      <pc:sldChg chg="delSp modSp">
        <pc:chgData name="Umesh Nikam" userId="S::umesh.nikam@softdel.com::5fee19d9-82ef-4b27-8766-eff6e0932e5e" providerId="AD" clId="Web-{00000000-0000-0000-0000-000000000000}" dt="2026-10-05T14:12:01.540" v="433" actId="20577"/>
        <pc:sldMkLst>
          <pc:docMk/>
          <pc:sldMk cId="0" sldId="4728"/>
        </pc:sldMkLst>
        <pc:spChg chg="mod">
          <ac:chgData name="Umesh Nikam" userId="S::umesh.nikam@softdel.com::5fee19d9-82ef-4b27-8766-eff6e0932e5e" providerId="AD" clId="Web-{00000000-0000-0000-0000-000000000000}" dt="2026-10-05T14:04:06.926" v="402" actId="20577"/>
          <ac:spMkLst>
            <pc:docMk/>
            <pc:sldMk cId="0" sldId="4728"/>
            <ac:spMk id="2" creationId="{00000000-0000-0000-0000-000000000000}"/>
          </ac:spMkLst>
        </pc:spChg>
        <pc:spChg chg="del">
          <ac:chgData name="Umesh Nikam" userId="S::umesh.nikam@softdel.com::5fee19d9-82ef-4b27-8766-eff6e0932e5e" providerId="AD" clId="Web-{00000000-0000-0000-0000-000000000000}" dt="2026-10-05T13:50:45.416" v="232"/>
          <ac:spMkLst>
            <pc:docMk/>
            <pc:sldMk cId="0" sldId="4728"/>
            <ac:spMk id="3" creationId="{00000000-0000-0000-0000-000000000000}"/>
          </ac:spMkLst>
        </pc:spChg>
        <pc:spChg chg="del">
          <ac:chgData name="Umesh Nikam" userId="S::umesh.nikam@softdel.com::5fee19d9-82ef-4b27-8766-eff6e0932e5e" providerId="AD" clId="Web-{00000000-0000-0000-0000-000000000000}" dt="2026-10-05T13:50:40.228" v="231"/>
          <ac:spMkLst>
            <pc:docMk/>
            <pc:sldMk cId="0" sldId="4728"/>
            <ac:spMk id="4" creationId="{00000000-0000-0000-0000-000000000000}"/>
          </ac:spMkLst>
        </pc:spChg>
        <pc:spChg chg="mod">
          <ac:chgData name="Umesh Nikam" userId="S::umesh.nikam@softdel.com::5fee19d9-82ef-4b27-8766-eff6e0932e5e" providerId="AD" clId="Web-{00000000-0000-0000-0000-000000000000}" dt="2026-10-05T13:50:52.822" v="233" actId="1076"/>
          <ac:spMkLst>
            <pc:docMk/>
            <pc:sldMk cId="0" sldId="4728"/>
            <ac:spMk id="5" creationId="{00000000-0000-0000-0000-000000000000}"/>
          </ac:spMkLst>
        </pc:spChg>
        <pc:spChg chg="mod">
          <ac:chgData name="Umesh Nikam" userId="S::umesh.nikam@softdel.com::5fee19d9-82ef-4b27-8766-eff6e0932e5e" providerId="AD" clId="Web-{00000000-0000-0000-0000-000000000000}" dt="2026-10-05T13:50:52.853" v="234" actId="1076"/>
          <ac:spMkLst>
            <pc:docMk/>
            <pc:sldMk cId="0" sldId="4728"/>
            <ac:spMk id="6" creationId="{00000000-0000-0000-0000-000000000000}"/>
          </ac:spMkLst>
        </pc:spChg>
        <pc:spChg chg="del">
          <ac:chgData name="Umesh Nikam" userId="S::umesh.nikam@softdel.com::5fee19d9-82ef-4b27-8766-eff6e0932e5e" providerId="AD" clId="Web-{00000000-0000-0000-0000-000000000000}" dt="2026-10-05T13:50:36.791" v="230"/>
          <ac:spMkLst>
            <pc:docMk/>
            <pc:sldMk cId="0" sldId="4728"/>
            <ac:spMk id="7" creationId="{00000000-0000-0000-0000-000000000000}"/>
          </ac:spMkLst>
        </pc:spChg>
        <pc:spChg chg="mod">
          <ac:chgData name="Umesh Nikam" userId="S::umesh.nikam@softdel.com::5fee19d9-82ef-4b27-8766-eff6e0932e5e" providerId="AD" clId="Web-{00000000-0000-0000-0000-000000000000}" dt="2026-10-05T13:50:52.869" v="235" actId="1076"/>
          <ac:spMkLst>
            <pc:docMk/>
            <pc:sldMk cId="0" sldId="4728"/>
            <ac:spMk id="8" creationId="{00000000-0000-0000-0000-000000000000}"/>
          </ac:spMkLst>
        </pc:spChg>
        <pc:spChg chg="mod">
          <ac:chgData name="Umesh Nikam" userId="S::umesh.nikam@softdel.com::5fee19d9-82ef-4b27-8766-eff6e0932e5e" providerId="AD" clId="Web-{00000000-0000-0000-0000-000000000000}" dt="2026-10-05T13:51:24.854" v="284" actId="20577"/>
          <ac:spMkLst>
            <pc:docMk/>
            <pc:sldMk cId="0" sldId="4728"/>
            <ac:spMk id="9" creationId="{00000000-0000-0000-0000-000000000000}"/>
          </ac:spMkLst>
        </pc:spChg>
        <pc:spChg chg="del mod">
          <ac:chgData name="Umesh Nikam" userId="S::umesh.nikam@softdel.com::5fee19d9-82ef-4b27-8766-eff6e0932e5e" providerId="AD" clId="Web-{00000000-0000-0000-0000-000000000000}" dt="2026-10-05T13:51:08.744" v="280"/>
          <ac:spMkLst>
            <pc:docMk/>
            <pc:sldMk cId="0" sldId="4728"/>
            <ac:spMk id="10" creationId="{00000000-0000-0000-0000-000000000000}"/>
          </ac:spMkLst>
        </pc:spChg>
        <pc:spChg chg="mod">
          <ac:chgData name="Umesh Nikam" userId="S::umesh.nikam@softdel.com::5fee19d9-82ef-4b27-8766-eff6e0932e5e" providerId="AD" clId="Web-{00000000-0000-0000-0000-000000000000}" dt="2026-10-05T13:50:52.947" v="238" actId="1076"/>
          <ac:spMkLst>
            <pc:docMk/>
            <pc:sldMk cId="0" sldId="4728"/>
            <ac:spMk id="11" creationId="{00000000-0000-0000-0000-000000000000}"/>
          </ac:spMkLst>
        </pc:spChg>
        <pc:spChg chg="mod">
          <ac:chgData name="Umesh Nikam" userId="S::umesh.nikam@softdel.com::5fee19d9-82ef-4b27-8766-eff6e0932e5e" providerId="AD" clId="Web-{00000000-0000-0000-0000-000000000000}" dt="2026-10-05T13:50:52.963" v="239" actId="1076"/>
          <ac:spMkLst>
            <pc:docMk/>
            <pc:sldMk cId="0" sldId="4728"/>
            <ac:spMk id="12" creationId="{00000000-0000-0000-0000-000000000000}"/>
          </ac:spMkLst>
        </pc:spChg>
        <pc:spChg chg="del">
          <ac:chgData name="Umesh Nikam" userId="S::umesh.nikam@softdel.com::5fee19d9-82ef-4b27-8766-eff6e0932e5e" providerId="AD" clId="Web-{00000000-0000-0000-0000-000000000000}" dt="2026-10-05T13:50:36.791" v="229"/>
          <ac:spMkLst>
            <pc:docMk/>
            <pc:sldMk cId="0" sldId="4728"/>
            <ac:spMk id="13" creationId="{00000000-0000-0000-0000-000000000000}"/>
          </ac:spMkLst>
        </pc:spChg>
        <pc:spChg chg="mod">
          <ac:chgData name="Umesh Nikam" userId="S::umesh.nikam@softdel.com::5fee19d9-82ef-4b27-8766-eff6e0932e5e" providerId="AD" clId="Web-{00000000-0000-0000-0000-000000000000}" dt="2026-10-05T13:50:52.994" v="240" actId="1076"/>
          <ac:spMkLst>
            <pc:docMk/>
            <pc:sldMk cId="0" sldId="4728"/>
            <ac:spMk id="14" creationId="{00000000-0000-0000-0000-000000000000}"/>
          </ac:spMkLst>
        </pc:spChg>
        <pc:spChg chg="mod">
          <ac:chgData name="Umesh Nikam" userId="S::umesh.nikam@softdel.com::5fee19d9-82ef-4b27-8766-eff6e0932e5e" providerId="AD" clId="Web-{00000000-0000-0000-0000-000000000000}" dt="2026-10-05T13:51:40.370" v="288" actId="20577"/>
          <ac:spMkLst>
            <pc:docMk/>
            <pc:sldMk cId="0" sldId="4728"/>
            <ac:spMk id="15" creationId="{00000000-0000-0000-0000-000000000000}"/>
          </ac:spMkLst>
        </pc:spChg>
        <pc:spChg chg="del mod">
          <ac:chgData name="Umesh Nikam" userId="S::umesh.nikam@softdel.com::5fee19d9-82ef-4b27-8766-eff6e0932e5e" providerId="AD" clId="Web-{00000000-0000-0000-0000-000000000000}" dt="2026-10-05T13:51:08.744" v="279"/>
          <ac:spMkLst>
            <pc:docMk/>
            <pc:sldMk cId="0" sldId="4728"/>
            <ac:spMk id="16" creationId="{00000000-0000-0000-0000-000000000000}"/>
          </ac:spMkLst>
        </pc:spChg>
        <pc:spChg chg="mod">
          <ac:chgData name="Umesh Nikam" userId="S::umesh.nikam@softdel.com::5fee19d9-82ef-4b27-8766-eff6e0932e5e" providerId="AD" clId="Web-{00000000-0000-0000-0000-000000000000}" dt="2026-10-05T13:50:53.057" v="243" actId="1076"/>
          <ac:spMkLst>
            <pc:docMk/>
            <pc:sldMk cId="0" sldId="4728"/>
            <ac:spMk id="17" creationId="{00000000-0000-0000-0000-000000000000}"/>
          </ac:spMkLst>
        </pc:spChg>
        <pc:spChg chg="mod">
          <ac:chgData name="Umesh Nikam" userId="S::umesh.nikam@softdel.com::5fee19d9-82ef-4b27-8766-eff6e0932e5e" providerId="AD" clId="Web-{00000000-0000-0000-0000-000000000000}" dt="2026-10-05T13:50:53.088" v="244" actId="1076"/>
          <ac:spMkLst>
            <pc:docMk/>
            <pc:sldMk cId="0" sldId="4728"/>
            <ac:spMk id="18" creationId="{00000000-0000-0000-0000-000000000000}"/>
          </ac:spMkLst>
        </pc:spChg>
        <pc:spChg chg="del">
          <ac:chgData name="Umesh Nikam" userId="S::umesh.nikam@softdel.com::5fee19d9-82ef-4b27-8766-eff6e0932e5e" providerId="AD" clId="Web-{00000000-0000-0000-0000-000000000000}" dt="2026-10-05T13:50:36.791" v="228"/>
          <ac:spMkLst>
            <pc:docMk/>
            <pc:sldMk cId="0" sldId="4728"/>
            <ac:spMk id="19" creationId="{00000000-0000-0000-0000-000000000000}"/>
          </ac:spMkLst>
        </pc:spChg>
        <pc:spChg chg="mod">
          <ac:chgData name="Umesh Nikam" userId="S::umesh.nikam@softdel.com::5fee19d9-82ef-4b27-8766-eff6e0932e5e" providerId="AD" clId="Web-{00000000-0000-0000-0000-000000000000}" dt="2026-10-05T13:50:53.103" v="245" actId="1076"/>
          <ac:spMkLst>
            <pc:docMk/>
            <pc:sldMk cId="0" sldId="4728"/>
            <ac:spMk id="20" creationId="{00000000-0000-0000-0000-000000000000}"/>
          </ac:spMkLst>
        </pc:spChg>
        <pc:spChg chg="mod">
          <ac:chgData name="Umesh Nikam" userId="S::umesh.nikam@softdel.com::5fee19d9-82ef-4b27-8766-eff6e0932e5e" providerId="AD" clId="Web-{00000000-0000-0000-0000-000000000000}" dt="2026-10-05T13:51:49.026" v="291" actId="20577"/>
          <ac:spMkLst>
            <pc:docMk/>
            <pc:sldMk cId="0" sldId="4728"/>
            <ac:spMk id="21" creationId="{00000000-0000-0000-0000-000000000000}"/>
          </ac:spMkLst>
        </pc:spChg>
        <pc:spChg chg="del mod">
          <ac:chgData name="Umesh Nikam" userId="S::umesh.nikam@softdel.com::5fee19d9-82ef-4b27-8766-eff6e0932e5e" providerId="AD" clId="Web-{00000000-0000-0000-0000-000000000000}" dt="2026-10-05T13:51:08.744" v="278"/>
          <ac:spMkLst>
            <pc:docMk/>
            <pc:sldMk cId="0" sldId="4728"/>
            <ac:spMk id="22" creationId="{00000000-0000-0000-0000-000000000000}"/>
          </ac:spMkLst>
        </pc:spChg>
        <pc:spChg chg="mod">
          <ac:chgData name="Umesh Nikam" userId="S::umesh.nikam@softdel.com::5fee19d9-82ef-4b27-8766-eff6e0932e5e" providerId="AD" clId="Web-{00000000-0000-0000-0000-000000000000}" dt="2026-10-05T13:50:53.182" v="248" actId="1076"/>
          <ac:spMkLst>
            <pc:docMk/>
            <pc:sldMk cId="0" sldId="4728"/>
            <ac:spMk id="23" creationId="{00000000-0000-0000-0000-000000000000}"/>
          </ac:spMkLst>
        </pc:spChg>
        <pc:spChg chg="mod">
          <ac:chgData name="Umesh Nikam" userId="S::umesh.nikam@softdel.com::5fee19d9-82ef-4b27-8766-eff6e0932e5e" providerId="AD" clId="Web-{00000000-0000-0000-0000-000000000000}" dt="2026-10-05T13:50:53.197" v="249" actId="1076"/>
          <ac:spMkLst>
            <pc:docMk/>
            <pc:sldMk cId="0" sldId="4728"/>
            <ac:spMk id="24" creationId="{00000000-0000-0000-0000-000000000000}"/>
          </ac:spMkLst>
        </pc:spChg>
        <pc:spChg chg="del">
          <ac:chgData name="Umesh Nikam" userId="S::umesh.nikam@softdel.com::5fee19d9-82ef-4b27-8766-eff6e0932e5e" providerId="AD" clId="Web-{00000000-0000-0000-0000-000000000000}" dt="2026-10-05T13:50:36.791" v="227"/>
          <ac:spMkLst>
            <pc:docMk/>
            <pc:sldMk cId="0" sldId="4728"/>
            <ac:spMk id="25" creationId="{00000000-0000-0000-0000-000000000000}"/>
          </ac:spMkLst>
        </pc:spChg>
        <pc:spChg chg="mod">
          <ac:chgData name="Umesh Nikam" userId="S::umesh.nikam@softdel.com::5fee19d9-82ef-4b27-8766-eff6e0932e5e" providerId="AD" clId="Web-{00000000-0000-0000-0000-000000000000}" dt="2026-10-05T13:50:53.228" v="250" actId="1076"/>
          <ac:spMkLst>
            <pc:docMk/>
            <pc:sldMk cId="0" sldId="4728"/>
            <ac:spMk id="26" creationId="{00000000-0000-0000-0000-000000000000}"/>
          </ac:spMkLst>
        </pc:spChg>
        <pc:spChg chg="mod">
          <ac:chgData name="Umesh Nikam" userId="S::umesh.nikam@softdel.com::5fee19d9-82ef-4b27-8766-eff6e0932e5e" providerId="AD" clId="Web-{00000000-0000-0000-0000-000000000000}" dt="2026-10-05T13:52:03.198" v="294" actId="20577"/>
          <ac:spMkLst>
            <pc:docMk/>
            <pc:sldMk cId="0" sldId="4728"/>
            <ac:spMk id="27" creationId="{00000000-0000-0000-0000-000000000000}"/>
          </ac:spMkLst>
        </pc:spChg>
        <pc:spChg chg="del mod">
          <ac:chgData name="Umesh Nikam" userId="S::umesh.nikam@softdel.com::5fee19d9-82ef-4b27-8766-eff6e0932e5e" providerId="AD" clId="Web-{00000000-0000-0000-0000-000000000000}" dt="2026-10-05T13:51:08.744" v="277"/>
          <ac:spMkLst>
            <pc:docMk/>
            <pc:sldMk cId="0" sldId="4728"/>
            <ac:spMk id="28" creationId="{00000000-0000-0000-0000-000000000000}"/>
          </ac:spMkLst>
        </pc:spChg>
        <pc:spChg chg="mod">
          <ac:chgData name="Umesh Nikam" userId="S::umesh.nikam@softdel.com::5fee19d9-82ef-4b27-8766-eff6e0932e5e" providerId="AD" clId="Web-{00000000-0000-0000-0000-000000000000}" dt="2026-10-05T13:50:53.291" v="253" actId="1076"/>
          <ac:spMkLst>
            <pc:docMk/>
            <pc:sldMk cId="0" sldId="4728"/>
            <ac:spMk id="29" creationId="{00000000-0000-0000-0000-000000000000}"/>
          </ac:spMkLst>
        </pc:spChg>
        <pc:spChg chg="mod">
          <ac:chgData name="Umesh Nikam" userId="S::umesh.nikam@softdel.com::5fee19d9-82ef-4b27-8766-eff6e0932e5e" providerId="AD" clId="Web-{00000000-0000-0000-0000-000000000000}" dt="2026-10-05T13:50:53.322" v="254" actId="1076"/>
          <ac:spMkLst>
            <pc:docMk/>
            <pc:sldMk cId="0" sldId="4728"/>
            <ac:spMk id="30" creationId="{00000000-0000-0000-0000-000000000000}"/>
          </ac:spMkLst>
        </pc:spChg>
        <pc:spChg chg="del">
          <ac:chgData name="Umesh Nikam" userId="S::umesh.nikam@softdel.com::5fee19d9-82ef-4b27-8766-eff6e0932e5e" providerId="AD" clId="Web-{00000000-0000-0000-0000-000000000000}" dt="2026-10-05T13:50:36.791" v="226"/>
          <ac:spMkLst>
            <pc:docMk/>
            <pc:sldMk cId="0" sldId="4728"/>
            <ac:spMk id="31" creationId="{00000000-0000-0000-0000-000000000000}"/>
          </ac:spMkLst>
        </pc:spChg>
        <pc:spChg chg="mod">
          <ac:chgData name="Umesh Nikam" userId="S::umesh.nikam@softdel.com::5fee19d9-82ef-4b27-8766-eff6e0932e5e" providerId="AD" clId="Web-{00000000-0000-0000-0000-000000000000}" dt="2026-10-05T13:50:53.338" v="255" actId="1076"/>
          <ac:spMkLst>
            <pc:docMk/>
            <pc:sldMk cId="0" sldId="4728"/>
            <ac:spMk id="32" creationId="{00000000-0000-0000-0000-000000000000}"/>
          </ac:spMkLst>
        </pc:spChg>
        <pc:spChg chg="mod">
          <ac:chgData name="Umesh Nikam" userId="S::umesh.nikam@softdel.com::5fee19d9-82ef-4b27-8766-eff6e0932e5e" providerId="AD" clId="Web-{00000000-0000-0000-0000-000000000000}" dt="2026-10-05T13:55:25.856" v="314" actId="20577"/>
          <ac:spMkLst>
            <pc:docMk/>
            <pc:sldMk cId="0" sldId="4728"/>
            <ac:spMk id="33" creationId="{00000000-0000-0000-0000-000000000000}"/>
          </ac:spMkLst>
        </pc:spChg>
        <pc:spChg chg="del mod">
          <ac:chgData name="Umesh Nikam" userId="S::umesh.nikam@softdel.com::5fee19d9-82ef-4b27-8766-eff6e0932e5e" providerId="AD" clId="Web-{00000000-0000-0000-0000-000000000000}" dt="2026-10-05T13:51:08.744" v="276"/>
          <ac:spMkLst>
            <pc:docMk/>
            <pc:sldMk cId="0" sldId="4728"/>
            <ac:spMk id="34" creationId="{00000000-0000-0000-0000-000000000000}"/>
          </ac:spMkLst>
        </pc:spChg>
        <pc:spChg chg="mod">
          <ac:chgData name="Umesh Nikam" userId="S::umesh.nikam@softdel.com::5fee19d9-82ef-4b27-8766-eff6e0932e5e" providerId="AD" clId="Web-{00000000-0000-0000-0000-000000000000}" dt="2026-10-05T13:50:53.416" v="258" actId="1076"/>
          <ac:spMkLst>
            <pc:docMk/>
            <pc:sldMk cId="0" sldId="4728"/>
            <ac:spMk id="35" creationId="{00000000-0000-0000-0000-000000000000}"/>
          </ac:spMkLst>
        </pc:spChg>
        <pc:spChg chg="mod">
          <ac:chgData name="Umesh Nikam" userId="S::umesh.nikam@softdel.com::5fee19d9-82ef-4b27-8766-eff6e0932e5e" providerId="AD" clId="Web-{00000000-0000-0000-0000-000000000000}" dt="2026-10-05T13:50:53.432" v="259" actId="1076"/>
          <ac:spMkLst>
            <pc:docMk/>
            <pc:sldMk cId="0" sldId="4728"/>
            <ac:spMk id="36" creationId="{00000000-0000-0000-0000-000000000000}"/>
          </ac:spMkLst>
        </pc:spChg>
        <pc:spChg chg="del">
          <ac:chgData name="Umesh Nikam" userId="S::umesh.nikam@softdel.com::5fee19d9-82ef-4b27-8766-eff6e0932e5e" providerId="AD" clId="Web-{00000000-0000-0000-0000-000000000000}" dt="2026-10-05T13:50:36.791" v="225"/>
          <ac:spMkLst>
            <pc:docMk/>
            <pc:sldMk cId="0" sldId="4728"/>
            <ac:spMk id="37" creationId="{00000000-0000-0000-0000-000000000000}"/>
          </ac:spMkLst>
        </pc:spChg>
        <pc:spChg chg="mod">
          <ac:chgData name="Umesh Nikam" userId="S::umesh.nikam@softdel.com::5fee19d9-82ef-4b27-8766-eff6e0932e5e" providerId="AD" clId="Web-{00000000-0000-0000-0000-000000000000}" dt="2026-10-05T13:55:45.106" v="320" actId="20577"/>
          <ac:spMkLst>
            <pc:docMk/>
            <pc:sldMk cId="0" sldId="4728"/>
            <ac:spMk id="38" creationId="{00000000-0000-0000-0000-000000000000}"/>
          </ac:spMkLst>
        </pc:spChg>
        <pc:spChg chg="mod">
          <ac:chgData name="Umesh Nikam" userId="S::umesh.nikam@softdel.com::5fee19d9-82ef-4b27-8766-eff6e0932e5e" providerId="AD" clId="Web-{00000000-0000-0000-0000-000000000000}" dt="2026-10-05T13:50:53.478" v="261" actId="1076"/>
          <ac:spMkLst>
            <pc:docMk/>
            <pc:sldMk cId="0" sldId="4728"/>
            <ac:spMk id="39" creationId="{00000000-0000-0000-0000-000000000000}"/>
          </ac:spMkLst>
        </pc:spChg>
        <pc:spChg chg="del mod">
          <ac:chgData name="Umesh Nikam" userId="S::umesh.nikam@softdel.com::5fee19d9-82ef-4b27-8766-eff6e0932e5e" providerId="AD" clId="Web-{00000000-0000-0000-0000-000000000000}" dt="2026-10-05T13:51:08.744" v="275"/>
          <ac:spMkLst>
            <pc:docMk/>
            <pc:sldMk cId="0" sldId="4728"/>
            <ac:spMk id="40" creationId="{00000000-0000-0000-0000-000000000000}"/>
          </ac:spMkLst>
        </pc:spChg>
        <pc:spChg chg="mod">
          <ac:chgData name="Umesh Nikam" userId="S::umesh.nikam@softdel.com::5fee19d9-82ef-4b27-8766-eff6e0932e5e" providerId="AD" clId="Web-{00000000-0000-0000-0000-000000000000}" dt="2026-10-05T13:50:53.525" v="263" actId="1076"/>
          <ac:spMkLst>
            <pc:docMk/>
            <pc:sldMk cId="0" sldId="4728"/>
            <ac:spMk id="41" creationId="{00000000-0000-0000-0000-000000000000}"/>
          </ac:spMkLst>
        </pc:spChg>
        <pc:spChg chg="mod">
          <ac:chgData name="Umesh Nikam" userId="S::umesh.nikam@softdel.com::5fee19d9-82ef-4b27-8766-eff6e0932e5e" providerId="AD" clId="Web-{00000000-0000-0000-0000-000000000000}" dt="2026-10-05T13:50:53.557" v="264" actId="1076"/>
          <ac:spMkLst>
            <pc:docMk/>
            <pc:sldMk cId="0" sldId="4728"/>
            <ac:spMk id="42" creationId="{00000000-0000-0000-0000-000000000000}"/>
          </ac:spMkLst>
        </pc:spChg>
        <pc:spChg chg="del">
          <ac:chgData name="Umesh Nikam" userId="S::umesh.nikam@softdel.com::5fee19d9-82ef-4b27-8766-eff6e0932e5e" providerId="AD" clId="Web-{00000000-0000-0000-0000-000000000000}" dt="2026-10-05T13:50:36.791" v="224"/>
          <ac:spMkLst>
            <pc:docMk/>
            <pc:sldMk cId="0" sldId="4728"/>
            <ac:spMk id="43" creationId="{00000000-0000-0000-0000-000000000000}"/>
          </ac:spMkLst>
        </pc:spChg>
        <pc:spChg chg="mod">
          <ac:chgData name="Umesh Nikam" userId="S::umesh.nikam@softdel.com::5fee19d9-82ef-4b27-8766-eff6e0932e5e" providerId="AD" clId="Web-{00000000-0000-0000-0000-000000000000}" dt="2026-10-05T13:50:53.572" v="265" actId="1076"/>
          <ac:spMkLst>
            <pc:docMk/>
            <pc:sldMk cId="0" sldId="4728"/>
            <ac:spMk id="44" creationId="{00000000-0000-0000-0000-000000000000}"/>
          </ac:spMkLst>
        </pc:spChg>
        <pc:spChg chg="mod">
          <ac:chgData name="Umesh Nikam" userId="S::umesh.nikam@softdel.com::5fee19d9-82ef-4b27-8766-eff6e0932e5e" providerId="AD" clId="Web-{00000000-0000-0000-0000-000000000000}" dt="2026-10-05T13:50:53.603" v="266" actId="1076"/>
          <ac:spMkLst>
            <pc:docMk/>
            <pc:sldMk cId="0" sldId="4728"/>
            <ac:spMk id="45" creationId="{00000000-0000-0000-0000-000000000000}"/>
          </ac:spMkLst>
        </pc:spChg>
        <pc:spChg chg="del mod">
          <ac:chgData name="Umesh Nikam" userId="S::umesh.nikam@softdel.com::5fee19d9-82ef-4b27-8766-eff6e0932e5e" providerId="AD" clId="Web-{00000000-0000-0000-0000-000000000000}" dt="2026-10-05T13:51:08.744" v="274"/>
          <ac:spMkLst>
            <pc:docMk/>
            <pc:sldMk cId="0" sldId="4728"/>
            <ac:spMk id="46" creationId="{00000000-0000-0000-0000-000000000000}"/>
          </ac:spMkLst>
        </pc:spChg>
        <pc:spChg chg="mod">
          <ac:chgData name="Umesh Nikam" userId="S::umesh.nikam@softdel.com::5fee19d9-82ef-4b27-8766-eff6e0932e5e" providerId="AD" clId="Web-{00000000-0000-0000-0000-000000000000}" dt="2026-10-05T13:50:53.650" v="268" actId="1076"/>
          <ac:spMkLst>
            <pc:docMk/>
            <pc:sldMk cId="0" sldId="4728"/>
            <ac:spMk id="47" creationId="{00000000-0000-0000-0000-000000000000}"/>
          </ac:spMkLst>
        </pc:spChg>
        <pc:spChg chg="mod">
          <ac:chgData name="Umesh Nikam" userId="S::umesh.nikam@softdel.com::5fee19d9-82ef-4b27-8766-eff6e0932e5e" providerId="AD" clId="Web-{00000000-0000-0000-0000-000000000000}" dt="2026-10-05T13:50:53.666" v="269" actId="1076"/>
          <ac:spMkLst>
            <pc:docMk/>
            <pc:sldMk cId="0" sldId="4728"/>
            <ac:spMk id="48" creationId="{00000000-0000-0000-0000-000000000000}"/>
          </ac:spMkLst>
        </pc:spChg>
        <pc:spChg chg="del">
          <ac:chgData name="Umesh Nikam" userId="S::umesh.nikam@softdel.com::5fee19d9-82ef-4b27-8766-eff6e0932e5e" providerId="AD" clId="Web-{00000000-0000-0000-0000-000000000000}" dt="2026-10-05T13:50:36.791" v="223"/>
          <ac:spMkLst>
            <pc:docMk/>
            <pc:sldMk cId="0" sldId="4728"/>
            <ac:spMk id="49" creationId="{00000000-0000-0000-0000-000000000000}"/>
          </ac:spMkLst>
        </pc:spChg>
        <pc:spChg chg="mod">
          <ac:chgData name="Umesh Nikam" userId="S::umesh.nikam@softdel.com::5fee19d9-82ef-4b27-8766-eff6e0932e5e" providerId="AD" clId="Web-{00000000-0000-0000-0000-000000000000}" dt="2026-10-05T13:50:53.697" v="270" actId="1076"/>
          <ac:spMkLst>
            <pc:docMk/>
            <pc:sldMk cId="0" sldId="4728"/>
            <ac:spMk id="50" creationId="{00000000-0000-0000-0000-000000000000}"/>
          </ac:spMkLst>
        </pc:spChg>
        <pc:spChg chg="mod">
          <ac:chgData name="Umesh Nikam" userId="S::umesh.nikam@softdel.com::5fee19d9-82ef-4b27-8766-eff6e0932e5e" providerId="AD" clId="Web-{00000000-0000-0000-0000-000000000000}" dt="2026-10-05T14:12:01.540" v="433" actId="20577"/>
          <ac:spMkLst>
            <pc:docMk/>
            <pc:sldMk cId="0" sldId="4728"/>
            <ac:spMk id="51" creationId="{00000000-0000-0000-0000-000000000000}"/>
          </ac:spMkLst>
        </pc:spChg>
        <pc:spChg chg="del mod">
          <ac:chgData name="Umesh Nikam" userId="S::umesh.nikam@softdel.com::5fee19d9-82ef-4b27-8766-eff6e0932e5e" providerId="AD" clId="Web-{00000000-0000-0000-0000-000000000000}" dt="2026-10-05T13:51:08.729" v="273"/>
          <ac:spMkLst>
            <pc:docMk/>
            <pc:sldMk cId="0" sldId="4728"/>
            <ac:spMk id="52" creationId="{00000000-0000-0000-0000-000000000000}"/>
          </ac:spMkLst>
        </pc:spChg>
      </pc:sldChg>
      <pc:sldChg chg="delSp modSp">
        <pc:chgData name="Umesh Nikam" userId="S::umesh.nikam@softdel.com::5fee19d9-82ef-4b27-8766-eff6e0932e5e" providerId="AD" clId="Web-{00000000-0000-0000-0000-000000000000}" dt="2026-10-05T14:05:12.099" v="424" actId="20577"/>
        <pc:sldMkLst>
          <pc:docMk/>
          <pc:sldMk cId="0" sldId="4730"/>
        </pc:sldMkLst>
        <pc:spChg chg="mod">
          <ac:chgData name="Umesh Nikam" userId="S::umesh.nikam@softdel.com::5fee19d9-82ef-4b27-8766-eff6e0932e5e" providerId="AD" clId="Web-{00000000-0000-0000-0000-000000000000}" dt="2026-10-05T14:04:51.739" v="415" actId="20577"/>
          <ac:spMkLst>
            <pc:docMk/>
            <pc:sldMk cId="0" sldId="4730"/>
            <ac:spMk id="2" creationId="{00000000-0000-0000-0000-000000000000}"/>
          </ac:spMkLst>
        </pc:spChg>
        <pc:spChg chg="del">
          <ac:chgData name="Umesh Nikam" userId="S::umesh.nikam@softdel.com::5fee19d9-82ef-4b27-8766-eff6e0932e5e" providerId="AD" clId="Web-{00000000-0000-0000-0000-000000000000}" dt="2026-10-05T13:57:23.484" v="347"/>
          <ac:spMkLst>
            <pc:docMk/>
            <pc:sldMk cId="0" sldId="4730"/>
            <ac:spMk id="3" creationId="{00000000-0000-0000-0000-000000000000}"/>
          </ac:spMkLst>
        </pc:spChg>
        <pc:spChg chg="del">
          <ac:chgData name="Umesh Nikam" userId="S::umesh.nikam@softdel.com::5fee19d9-82ef-4b27-8766-eff6e0932e5e" providerId="AD" clId="Web-{00000000-0000-0000-0000-000000000000}" dt="2026-10-05T13:57:26.328" v="348"/>
          <ac:spMkLst>
            <pc:docMk/>
            <pc:sldMk cId="0" sldId="4730"/>
            <ac:spMk id="4" creationId="{00000000-0000-0000-0000-000000000000}"/>
          </ac:spMkLst>
        </pc:spChg>
        <pc:spChg chg="mod">
          <ac:chgData name="Umesh Nikam" userId="S::umesh.nikam@softdel.com::5fee19d9-82ef-4b27-8766-eff6e0932e5e" providerId="AD" clId="Web-{00000000-0000-0000-0000-000000000000}" dt="2026-10-05T13:57:31.469" v="349" actId="1076"/>
          <ac:spMkLst>
            <pc:docMk/>
            <pc:sldMk cId="0" sldId="4730"/>
            <ac:spMk id="5" creationId="{00000000-0000-0000-0000-000000000000}"/>
          </ac:spMkLst>
        </pc:spChg>
        <pc:spChg chg="mod">
          <ac:chgData name="Umesh Nikam" userId="S::umesh.nikam@softdel.com::5fee19d9-82ef-4b27-8766-eff6e0932e5e" providerId="AD" clId="Web-{00000000-0000-0000-0000-000000000000}" dt="2026-10-05T13:57:31.500" v="350" actId="1076"/>
          <ac:spMkLst>
            <pc:docMk/>
            <pc:sldMk cId="0" sldId="4730"/>
            <ac:spMk id="6" creationId="{00000000-0000-0000-0000-000000000000}"/>
          </ac:spMkLst>
        </pc:spChg>
        <pc:spChg chg="mod">
          <ac:chgData name="Umesh Nikam" userId="S::umesh.nikam@softdel.com::5fee19d9-82ef-4b27-8766-eff6e0932e5e" providerId="AD" clId="Web-{00000000-0000-0000-0000-000000000000}" dt="2026-10-05T14:05:05.833" v="418" actId="20577"/>
          <ac:spMkLst>
            <pc:docMk/>
            <pc:sldMk cId="0" sldId="4730"/>
            <ac:spMk id="7" creationId="{00000000-0000-0000-0000-000000000000}"/>
          </ac:spMkLst>
        </pc:spChg>
        <pc:spChg chg="mod">
          <ac:chgData name="Umesh Nikam" userId="S::umesh.nikam@softdel.com::5fee19d9-82ef-4b27-8766-eff6e0932e5e" providerId="AD" clId="Web-{00000000-0000-0000-0000-000000000000}" dt="2026-10-05T13:57:31.547" v="352" actId="1076"/>
          <ac:spMkLst>
            <pc:docMk/>
            <pc:sldMk cId="0" sldId="4730"/>
            <ac:spMk id="8" creationId="{00000000-0000-0000-0000-000000000000}"/>
          </ac:spMkLst>
        </pc:spChg>
        <pc:spChg chg="mod">
          <ac:chgData name="Umesh Nikam" userId="S::umesh.nikam@softdel.com::5fee19d9-82ef-4b27-8766-eff6e0932e5e" providerId="AD" clId="Web-{00000000-0000-0000-0000-000000000000}" dt="2026-10-05T13:57:31.562" v="353" actId="1076"/>
          <ac:spMkLst>
            <pc:docMk/>
            <pc:sldMk cId="0" sldId="4730"/>
            <ac:spMk id="9" creationId="{00000000-0000-0000-0000-000000000000}"/>
          </ac:spMkLst>
        </pc:spChg>
        <pc:spChg chg="mod">
          <ac:chgData name="Umesh Nikam" userId="S::umesh.nikam@softdel.com::5fee19d9-82ef-4b27-8766-eff6e0932e5e" providerId="AD" clId="Web-{00000000-0000-0000-0000-000000000000}" dt="2026-10-05T13:57:31.578" v="354" actId="1076"/>
          <ac:spMkLst>
            <pc:docMk/>
            <pc:sldMk cId="0" sldId="4730"/>
            <ac:spMk id="10" creationId="{00000000-0000-0000-0000-000000000000}"/>
          </ac:spMkLst>
        </pc:spChg>
        <pc:spChg chg="mod">
          <ac:chgData name="Umesh Nikam" userId="S::umesh.nikam@softdel.com::5fee19d9-82ef-4b27-8766-eff6e0932e5e" providerId="AD" clId="Web-{00000000-0000-0000-0000-000000000000}" dt="2026-10-05T14:05:07.692" v="421" actId="20577"/>
          <ac:spMkLst>
            <pc:docMk/>
            <pc:sldMk cId="0" sldId="4730"/>
            <ac:spMk id="11" creationId="{00000000-0000-0000-0000-000000000000}"/>
          </ac:spMkLst>
        </pc:spChg>
        <pc:spChg chg="mod">
          <ac:chgData name="Umesh Nikam" userId="S::umesh.nikam@softdel.com::5fee19d9-82ef-4b27-8766-eff6e0932e5e" providerId="AD" clId="Web-{00000000-0000-0000-0000-000000000000}" dt="2026-10-05T13:58:58.032" v="373" actId="20577"/>
          <ac:spMkLst>
            <pc:docMk/>
            <pc:sldMk cId="0" sldId="4730"/>
            <ac:spMk id="12" creationId="{00000000-0000-0000-0000-000000000000}"/>
          </ac:spMkLst>
        </pc:spChg>
        <pc:spChg chg="mod">
          <ac:chgData name="Umesh Nikam" userId="S::umesh.nikam@softdel.com::5fee19d9-82ef-4b27-8766-eff6e0932e5e" providerId="AD" clId="Web-{00000000-0000-0000-0000-000000000000}" dt="2026-10-05T13:57:31.641" v="357" actId="1076"/>
          <ac:spMkLst>
            <pc:docMk/>
            <pc:sldMk cId="0" sldId="4730"/>
            <ac:spMk id="13" creationId="{00000000-0000-0000-0000-000000000000}"/>
          </ac:spMkLst>
        </pc:spChg>
        <pc:spChg chg="mod">
          <ac:chgData name="Umesh Nikam" userId="S::umesh.nikam@softdel.com::5fee19d9-82ef-4b27-8766-eff6e0932e5e" providerId="AD" clId="Web-{00000000-0000-0000-0000-000000000000}" dt="2026-10-05T13:57:31.656" v="358" actId="1076"/>
          <ac:spMkLst>
            <pc:docMk/>
            <pc:sldMk cId="0" sldId="4730"/>
            <ac:spMk id="14" creationId="{00000000-0000-0000-0000-000000000000}"/>
          </ac:spMkLst>
        </pc:spChg>
        <pc:spChg chg="mod">
          <ac:chgData name="Umesh Nikam" userId="S::umesh.nikam@softdel.com::5fee19d9-82ef-4b27-8766-eff6e0932e5e" providerId="AD" clId="Web-{00000000-0000-0000-0000-000000000000}" dt="2026-10-05T14:05:12.099" v="424" actId="20577"/>
          <ac:spMkLst>
            <pc:docMk/>
            <pc:sldMk cId="0" sldId="4730"/>
            <ac:spMk id="15" creationId="{00000000-0000-0000-0000-000000000000}"/>
          </ac:spMkLst>
        </pc:spChg>
        <pc:spChg chg="mod">
          <ac:chgData name="Umesh Nikam" userId="S::umesh.nikam@softdel.com::5fee19d9-82ef-4b27-8766-eff6e0932e5e" providerId="AD" clId="Web-{00000000-0000-0000-0000-000000000000}" dt="2026-10-05T13:59:51.158" v="380" actId="20577"/>
          <ac:spMkLst>
            <pc:docMk/>
            <pc:sldMk cId="0" sldId="4730"/>
            <ac:spMk id="16" creationId="{00000000-0000-0000-0000-000000000000}"/>
          </ac:spMkLst>
        </pc:spChg>
      </pc:sldChg>
    </pc:docChg>
  </pc:docChgLst>
  <pc:docChgLst>
    <pc:chgData name="Umesh Nikam" userId="S::umesh.nikam@softdel.com::5fee19d9-82ef-4b27-8766-eff6e0932e5e" providerId="AD" clId="Web-{30E625D5-8A9F-DC8D-211C-5C93C51AE2FF}"/>
    <pc:docChg chg="modSld">
      <pc:chgData name="Umesh Nikam" userId="S::umesh.nikam@softdel.com::5fee19d9-82ef-4b27-8766-eff6e0932e5e" providerId="AD" clId="Web-{30E625D5-8A9F-DC8D-211C-5C93C51AE2FF}" dt="2026-10-05T12:03:48.914" v="81" actId="20577"/>
      <pc:docMkLst>
        <pc:docMk/>
      </pc:docMkLst>
      <pc:sldChg chg="modSp">
        <pc:chgData name="Umesh Nikam" userId="S::umesh.nikam@softdel.com::5fee19d9-82ef-4b27-8766-eff6e0932e5e" providerId="AD" clId="Web-{30E625D5-8A9F-DC8D-211C-5C93C51AE2FF}" dt="2026-10-05T12:02:26.976" v="65" actId="20577"/>
        <pc:sldMkLst>
          <pc:docMk/>
          <pc:sldMk cId="0" sldId="4722"/>
        </pc:sldMkLst>
        <pc:spChg chg="mod">
          <ac:chgData name="Umesh Nikam" userId="S::umesh.nikam@softdel.com::5fee19d9-82ef-4b27-8766-eff6e0932e5e" providerId="AD" clId="Web-{30E625D5-8A9F-DC8D-211C-5C93C51AE2FF}" dt="2026-10-05T12:02:26.976" v="65" actId="20577"/>
          <ac:spMkLst>
            <pc:docMk/>
            <pc:sldMk cId="0" sldId="4722"/>
            <ac:spMk id="3" creationId="{00000000-0000-0000-0000-000000000000}"/>
          </ac:spMkLst>
        </pc:spChg>
      </pc:sldChg>
      <pc:sldChg chg="modSp">
        <pc:chgData name="Umesh Nikam" userId="S::umesh.nikam@softdel.com::5fee19d9-82ef-4b27-8766-eff6e0932e5e" providerId="AD" clId="Web-{30E625D5-8A9F-DC8D-211C-5C93C51AE2FF}" dt="2026-10-05T12:03:27.179" v="78" actId="20577"/>
        <pc:sldMkLst>
          <pc:docMk/>
          <pc:sldMk cId="0" sldId="4724"/>
        </pc:sldMkLst>
        <pc:spChg chg="mod">
          <ac:chgData name="Umesh Nikam" userId="S::umesh.nikam@softdel.com::5fee19d9-82ef-4b27-8766-eff6e0932e5e" providerId="AD" clId="Web-{30E625D5-8A9F-DC8D-211C-5C93C51AE2FF}" dt="2026-10-05T12:03:27.179" v="78" actId="20577"/>
          <ac:spMkLst>
            <pc:docMk/>
            <pc:sldMk cId="0" sldId="4724"/>
            <ac:spMk id="2" creationId="{00000000-0000-0000-0000-000000000000}"/>
          </ac:spMkLst>
        </pc:spChg>
      </pc:sldChg>
      <pc:sldChg chg="modSp">
        <pc:chgData name="Umesh Nikam" userId="S::umesh.nikam@softdel.com::5fee19d9-82ef-4b27-8766-eff6e0932e5e" providerId="AD" clId="Web-{30E625D5-8A9F-DC8D-211C-5C93C51AE2FF}" dt="2026-10-05T12:03:48.914" v="81" actId="20577"/>
        <pc:sldMkLst>
          <pc:docMk/>
          <pc:sldMk cId="0" sldId="4725"/>
        </pc:sldMkLst>
        <pc:spChg chg="mod">
          <ac:chgData name="Umesh Nikam" userId="S::umesh.nikam@softdel.com::5fee19d9-82ef-4b27-8766-eff6e0932e5e" providerId="AD" clId="Web-{30E625D5-8A9F-DC8D-211C-5C93C51AE2FF}" dt="2026-10-05T12:03:48.914" v="81" actId="20577"/>
          <ac:spMkLst>
            <pc:docMk/>
            <pc:sldMk cId="0" sldId="4725"/>
            <ac:spMk id="3" creationId="{00000000-0000-0000-0000-000000000000}"/>
          </ac:spMkLst>
        </pc:spChg>
      </pc:sldChg>
      <pc:sldChg chg="mod modShow">
        <pc:chgData name="Umesh Nikam" userId="S::umesh.nikam@softdel.com::5fee19d9-82ef-4b27-8766-eff6e0932e5e" providerId="AD" clId="Web-{30E625D5-8A9F-DC8D-211C-5C93C51AE2FF}" dt="2026-10-05T11:48:59.582" v="16"/>
        <pc:sldMkLst>
          <pc:docMk/>
          <pc:sldMk cId="0" sldId="4729"/>
        </pc:sldMkLst>
      </pc:sldChg>
      <pc:sldChg chg="modSp">
        <pc:chgData name="Umesh Nikam" userId="S::umesh.nikam@softdel.com::5fee19d9-82ef-4b27-8766-eff6e0932e5e" providerId="AD" clId="Web-{30E625D5-8A9F-DC8D-211C-5C93C51AE2FF}" dt="2026-10-05T11:58:36.413" v="58" actId="20577"/>
        <pc:sldMkLst>
          <pc:docMk/>
          <pc:sldMk cId="0" sldId="4730"/>
        </pc:sldMkLst>
        <pc:spChg chg="mod">
          <ac:chgData name="Umesh Nikam" userId="S::umesh.nikam@softdel.com::5fee19d9-82ef-4b27-8766-eff6e0932e5e" providerId="AD" clId="Web-{30E625D5-8A9F-DC8D-211C-5C93C51AE2FF}" dt="2026-10-05T11:58:36.413" v="58" actId="20577"/>
          <ac:spMkLst>
            <pc:docMk/>
            <pc:sldMk cId="0" sldId="4730"/>
            <ac:spMk id="8" creationId="{00000000-0000-0000-0000-000000000000}"/>
          </ac:spMkLst>
        </pc:spChg>
        <pc:spChg chg="mod">
          <ac:chgData name="Umesh Nikam" userId="S::umesh.nikam@softdel.com::5fee19d9-82ef-4b27-8766-eff6e0932e5e" providerId="AD" clId="Web-{30E625D5-8A9F-DC8D-211C-5C93C51AE2FF}" dt="2026-10-05T11:56:51.069" v="49" actId="20577"/>
          <ac:spMkLst>
            <pc:docMk/>
            <pc:sldMk cId="0" sldId="4730"/>
            <ac:spMk id="12" creationId="{00000000-0000-0000-0000-000000000000}"/>
          </ac:spMkLst>
        </pc:spChg>
        <pc:spChg chg="mod">
          <ac:chgData name="Umesh Nikam" userId="S::umesh.nikam@softdel.com::5fee19d9-82ef-4b27-8766-eff6e0932e5e" providerId="AD" clId="Web-{30E625D5-8A9F-DC8D-211C-5C93C51AE2FF}" dt="2026-10-05T11:56:37.616" v="36" actId="20577"/>
          <ac:spMkLst>
            <pc:docMk/>
            <pc:sldMk cId="0" sldId="4730"/>
            <ac:spMk id="16" creationId="{00000000-0000-0000-0000-000000000000}"/>
          </ac:spMkLst>
        </pc:spChg>
      </pc:sldChg>
      <pc:sldChg chg="mod modShow">
        <pc:chgData name="Umesh Nikam" userId="S::umesh.nikam@softdel.com::5fee19d9-82ef-4b27-8766-eff6e0932e5e" providerId="AD" clId="Web-{30E625D5-8A9F-DC8D-211C-5C93C51AE2FF}" dt="2026-10-05T11:48:41.660" v="15"/>
        <pc:sldMkLst>
          <pc:docMk/>
          <pc:sldMk cId="0" sldId="4731"/>
        </pc:sldMkLst>
      </pc:sldChg>
    </pc:docChg>
  </pc:docChgLst>
  <pc:docChgLst>
    <pc:chgData name="Umesh Nikam" userId="S::umesh.nikam@softdel.com::5fee19d9-82ef-4b27-8766-eff6e0932e5e" providerId="AD" clId="Web-{4F0559CF-19F3-D96B-912A-BAF7A4FE31F1}"/>
    <pc:docChg chg="modSld">
      <pc:chgData name="Umesh Nikam" userId="S::umesh.nikam@softdel.com::5fee19d9-82ef-4b27-8766-eff6e0932e5e" providerId="AD" clId="Web-{4F0559CF-19F3-D96B-912A-BAF7A4FE31F1}" dt="2026-10-06T06:19:19.203" v="29"/>
      <pc:docMkLst>
        <pc:docMk/>
      </pc:docMkLst>
      <pc:sldChg chg="modSp">
        <pc:chgData name="Umesh Nikam" userId="S::umesh.nikam@softdel.com::5fee19d9-82ef-4b27-8766-eff6e0932e5e" providerId="AD" clId="Web-{4F0559CF-19F3-D96B-912A-BAF7A4FE31F1}" dt="2026-10-06T06:19:08.547" v="13"/>
        <pc:sldMkLst>
          <pc:docMk/>
          <pc:sldMk cId="0" sldId="4726"/>
        </pc:sldMkLst>
        <pc:graphicFrameChg chg="mod modGraphic">
          <ac:chgData name="Umesh Nikam" userId="S::umesh.nikam@softdel.com::5fee19d9-82ef-4b27-8766-eff6e0932e5e" providerId="AD" clId="Web-{4F0559CF-19F3-D96B-912A-BAF7A4FE31F1}" dt="2026-10-06T06:19:08.547" v="13"/>
          <ac:graphicFrameMkLst>
            <pc:docMk/>
            <pc:sldMk cId="0" sldId="4726"/>
            <ac:graphicFrameMk id="5" creationId="{00000000-0000-0000-0000-000000000000}"/>
          </ac:graphicFrameMkLst>
        </pc:graphicFrameChg>
      </pc:sldChg>
      <pc:sldChg chg="modSp">
        <pc:chgData name="Umesh Nikam" userId="S::umesh.nikam@softdel.com::5fee19d9-82ef-4b27-8766-eff6e0932e5e" providerId="AD" clId="Web-{4F0559CF-19F3-D96B-912A-BAF7A4FE31F1}" dt="2026-10-06T06:19:19.203" v="29"/>
        <pc:sldMkLst>
          <pc:docMk/>
          <pc:sldMk cId="0" sldId="4727"/>
        </pc:sldMkLst>
        <pc:graphicFrameChg chg="mod modGraphic">
          <ac:chgData name="Umesh Nikam" userId="S::umesh.nikam@softdel.com::5fee19d9-82ef-4b27-8766-eff6e0932e5e" providerId="AD" clId="Web-{4F0559CF-19F3-D96B-912A-BAF7A4FE31F1}" dt="2026-10-06T06:19:19.203" v="29"/>
          <ac:graphicFrameMkLst>
            <pc:docMk/>
            <pc:sldMk cId="0" sldId="4727"/>
            <ac:graphicFrameMk id="5" creationId="{00000000-0000-0000-0000-000000000000}"/>
          </ac:graphicFrameMkLst>
        </pc:graphicFrameChg>
      </pc:sldChg>
    </pc:docChg>
  </pc:docChgLst>
</pc:chgInfo>
</file>

<file path=ppt/comments/modernComment_127A_0.xml><?xml version="1.0" encoding="utf-8"?>
<p188:cmLst xmlns:a="http://schemas.openxmlformats.org/drawingml/2006/main" xmlns:r="http://schemas.openxmlformats.org/officeDocument/2006/relationships" xmlns:p188="http://schemas.microsoft.com/office/powerpoint/2018/8/main">
  <p188:cm id="{D6E3EA0D-2902-44CF-9DB4-6051A781E56F}" authorId="{F42A1FE1-5B39-7EE2-20EB-A82CFFA511C8}" status="resolved" created="2026-10-06T01:53:05.304" startDate="2026-10-06T01:53:05.308" dueDate="2026-10-06T01:53:05.308" assignedTo="{E8949F29-844D-AD1D-BF03-A8CAE60A9A23}" complete="100000" title="We should claim this is in place already @Umesh Nikam ">
    <ac:txMkLst xmlns:ac="http://schemas.microsoft.com/office/drawing/2013/main/command">
      <pc:docMk xmlns:pc="http://schemas.microsoft.com/office/powerpoint/2013/main/command"/>
      <pc:sldMk xmlns:pc="http://schemas.microsoft.com/office/powerpoint/2013/main/command" cId="0" sldId="4730"/>
      <ac:spMk id="8" creationId="{00000000-0000-0000-0000-000000000000}"/>
      <ac:txMk cp="0">
        <ac:context len="142" hash="678532544"/>
      </ac:txMk>
    </ac:txMkLst>
    <p188:pos x="1391194" y="314815"/>
    <p188:replyLst>
      <p188:reply id="{7C2796A6-6B4F-435B-9307-2A5C025455DF}" authorId="{E8949F29-844D-AD1D-BF03-A8CAE60A9A23}" created="2026-10-06T04:40:52.324">
        <p188:txBody>
          <a:bodyPr/>
          <a:lstStyle/>
          <a:p>
            <a:r>
              <a:rPr lang="en-US"/>
              <a:t>Fieldpiece does not have SSO in place for its apps I have removed SSO</a:t>
            </a:r>
          </a:p>
        </p188:txBody>
      </p188:reply>
    </p188:replyLst>
    <p188:txBody>
      <a:bodyPr/>
      <a:lstStyle/>
      <a:p>
        <a:r>
          <a:rPr lang="en-IN"/>
          <a:t>We should claim this is in place already [@Umesh Nikam] </a:t>
        </a:r>
      </a:p>
    </p188:txBody>
    <p188:extLst>
      <p:ext xmlns:p="http://schemas.openxmlformats.org/presentationml/2006/main" uri="{5BB2D875-25FF-4072-B9AC-8F64D62656EB}">
        <p228:taskDetails xmlns:p228="http://schemas.microsoft.com/office/powerpoint/2022/08/main">
          <p228:history>
            <p228:event time="2026-10-06T01:53:05.304" id="{9C3F2867-6195-4796-8019-4F4FCE9762B2}">
              <p228:atrbtn authorId="{F42A1FE1-5B39-7EE2-20EB-A82CFFA511C8}"/>
              <p228:anchr>
                <p228:comment id="{D6E3EA0D-2902-44CF-9DB4-6051A781E56F}"/>
              </p228:anchr>
              <p228:add/>
            </p228:event>
            <p228:event time="2026-10-06T01:53:05.304" id="{4A0FD50E-7B48-46BD-87E7-A5A54253BADA}">
              <p228:atrbtn authorId="{F42A1FE1-5B39-7EE2-20EB-A82CFFA511C8}"/>
              <p228:anchr>
                <p228:comment id="{D6E3EA0D-2902-44CF-9DB4-6051A781E56F}"/>
              </p228:anchr>
              <p228:asgn authorId="{E8949F29-844D-AD1D-BF03-A8CAE60A9A23}"/>
            </p228:event>
            <p228:event time="2026-10-06T01:53:05.304" id="{5170B984-37CC-46E3-87A5-D2CBFC5C70C3}">
              <p228:atrbtn authorId="{F42A1FE1-5B39-7EE2-20EB-A82CFFA511C8}"/>
              <p228:anchr>
                <p228:comment id="{D6E3EA0D-2902-44CF-9DB4-6051A781E56F}"/>
              </p228:anchr>
              <p228:title val="We should claim this is in place already @Umesh Nikam "/>
            </p228:event>
            <p228:event time="2026-10-06T01:53:05.304" id="{BDA80B0E-0307-4587-B907-9E51D67ACD60}">
              <p228:atrbtn authorId="{F42A1FE1-5B39-7EE2-20EB-A82CFFA511C8}"/>
              <p228:anchr>
                <p228:comment id="{D6E3EA0D-2902-44CF-9DB4-6051A781E56F}"/>
              </p228:anchr>
              <p228:date stDt="2026-10-06T01:53:05.308" endDt="2026-10-06T01:53:05.308"/>
            </p228:event>
            <p228:event time="2026-10-06T04:40:54.574" id="{BF5696F8-54DC-4311-9CDC-DFFA0C5D83D6}">
              <p228:atrbtn authorId="{E8949F29-844D-AD1D-BF03-A8CAE60A9A23}"/>
              <p228:anchr>
                <p228:comment id="{00000000-0000-0000-0000-000000000000}"/>
              </p228:anchr>
              <p228:pcntCmplt val="100000"/>
            </p228:event>
          </p228:history>
        </p228:taskDetails>
      </p:ext>
    </p188:extLst>
  </p188:cm>
  <p188:cm id="{2ED4E844-6617-4939-A576-7D614AA3C414}" authorId="{F42A1FE1-5B39-7EE2-20EB-A82CFFA511C8}" status="resolved" created="2026-10-06T01:53:37.296" complete="100000">
    <ac:deMkLst xmlns:ac="http://schemas.microsoft.com/office/drawing/2013/main/command">
      <pc:docMk xmlns:pc="http://schemas.microsoft.com/office/powerpoint/2013/main/command"/>
      <pc:sldMk xmlns:pc="http://schemas.microsoft.com/office/powerpoint/2013/main/command" cId="0" sldId="4730"/>
      <ac:spMk id="12" creationId="{00000000-0000-0000-0000-000000000000}"/>
    </ac:deMkLst>
    <p188:replyLst>
      <p188:reply id="{9072EE6D-E93C-456D-B5B3-010972D5EF17}" authorId="{E8949F29-844D-AD1D-BF03-A8CAE60A9A23}" created="2026-10-06T04:43:20.749">
        <p188:txBody>
          <a:bodyPr/>
          <a:lstStyle/>
          <a:p>
            <a:r>
              <a:rPr lang="en-US"/>
              <a:t>I already took few features from Snehal's deck under 'AI Intelligence' &amp; 'Future Phase' and rephrase them with AI</a:t>
            </a:r>
          </a:p>
        </p188:txBody>
      </p188:reply>
    </p188:replyLst>
    <p188:txBody>
      <a:bodyPr/>
      <a:lstStyle/>
      <a:p>
        <a:r>
          <a:rPr lang="en-IN"/>
          <a:t>Can you add some of the advanced features? Those are missing here. Also you can check the PPT shared by Snehal</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70834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Welcome. This is the Fieldpiece Warranty Management Portal: one place where dealers, distributors, customers and the Fieldpiece warranty desk register products, track warranty cover, file and settle claims, sell extended warranties and see the finance behind it. Today: what it does, who can do what, the live demo flows, and what comes next.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Four parts. We start with the feature overview, then the role matrix so everyone sees their own part, then the live demo, and we finish with the roadmap and the decisions we need from Fieldpiece.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Nine capability areas. Highlight smart data entry (QR, typed serial and receipt reading), the extended warranty, and the finance and quota view, which are new for Fieldpiece. The assistant answers from Fieldpiece's own guides and only shows a user their own products.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Registration and warranty. Dealers and distributors register sales, one by one or in bulk; customer and website registrations go to the warranty desk for review. Everyone sees products only within their scope.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Claims, finance and administration. Anyone with a product can file a claim, but only the warranty desk decides it. Finance insights are for the desk and, scoped, for dealers and distributors. The catalog, quotas, integrations and the Fieldpiece apps view are desk-only. The assistant is available to everyone.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Eight workflows, 31 minutes in total. For a shorter slot, run W2 (QR registration), W3 (claim by replacement), W8 (extension and finance) and W6 (channels).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Phase 2 is about going live: sign-on, real integrations in place of the simulator, live Overwatch and Job Link, notifications and the assistant on Claude. Phase 3 adds intelligence. Later phases extend scope to returns logistics, a technician app, dealer incentives and multiple regions.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Thank you. Next steps: confirm the open decisions, agree phase 2 scope and order, and plan access to the integration partners.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8_Cover Slide" preserve="1">
  <p:cSld name="8_Cover Slide opt">
    <p:bg>
      <p:bgPr>
        <a:solidFill>
          <a:schemeClr val="lt1">
            <a:alpha val="40000"/>
          </a:schemeClr>
        </a:solidFill>
        <a:effectLst/>
      </p:bgPr>
    </p:bg>
    <p:spTree>
      <p:nvGrpSpPr>
        <p:cNvPr id="1" name="Shape 15"/>
        <p:cNvGrpSpPr/>
        <p:nvPr/>
      </p:nvGrpSpPr>
      <p:grpSpPr>
        <a:xfrm>
          <a:off x="0" y="0"/>
          <a:ext cx="0" cy="0"/>
          <a:chOff x="0" y="0"/>
          <a:chExt cx="0" cy="0"/>
        </a:xfrm>
      </p:grpSpPr>
      <p:pic>
        <p:nvPicPr>
          <p:cNvPr id="15" name="Picture 14">
            <a:extLst>
              <a:ext uri="{FF2B5EF4-FFF2-40B4-BE49-F238E27FC236}">
                <a16:creationId xmlns:a16="http://schemas.microsoft.com/office/drawing/2014/main" id="{57DA3647-08F3-4401-9E83-78A9CB298A62}"/>
              </a:ext>
            </a:extLst>
          </p:cNvPr>
          <p:cNvPicPr>
            <a:picLocks noChangeAspect="1"/>
          </p:cNvPicPr>
          <p:nvPr userDrawn="1"/>
        </p:nvPicPr>
        <p:blipFill>
          <a:blip r:embed="rId2"/>
          <a:srcRect l="9367" r="9367"/>
          <a:stretch/>
        </p:blipFill>
        <p:spPr>
          <a:xfrm>
            <a:off x="5713072" y="0"/>
            <a:ext cx="8918916" cy="8231189"/>
          </a:xfrm>
          <a:prstGeom prst="rect">
            <a:avLst/>
          </a:prstGeom>
        </p:spPr>
      </p:pic>
      <p:sp>
        <p:nvSpPr>
          <p:cNvPr id="16" name="Google Shape;205;p3">
            <a:extLst>
              <a:ext uri="{FF2B5EF4-FFF2-40B4-BE49-F238E27FC236}">
                <a16:creationId xmlns:a16="http://schemas.microsoft.com/office/drawing/2014/main" id="{60BB23C8-1EEB-4F65-A5FB-CB301D01E259}"/>
              </a:ext>
            </a:extLst>
          </p:cNvPr>
          <p:cNvSpPr/>
          <p:nvPr userDrawn="1"/>
        </p:nvSpPr>
        <p:spPr>
          <a:xfrm>
            <a:off x="0" y="1588"/>
            <a:ext cx="5713072" cy="8229600"/>
          </a:xfrm>
          <a:prstGeom prst="rect">
            <a:avLst/>
          </a:prstGeom>
          <a:solidFill>
            <a:srgbClr val="0070C0">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120" b="0" i="0" u="none" strike="noStrike" cap="none">
              <a:solidFill>
                <a:srgbClr val="BD1E69"/>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862803319"/>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guide id="3" pos="2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8_Cover Slide" preserve="1" userDrawn="1">
  <p:cSld name="10_Cover Slide">
    <p:bg>
      <p:bgPr>
        <a:solidFill>
          <a:schemeClr val="lt1">
            <a:alpha val="40000"/>
          </a:schemeClr>
        </a:solidFill>
        <a:effectLst/>
      </p:bgPr>
    </p:bg>
    <p:spTree>
      <p:nvGrpSpPr>
        <p:cNvPr id="1" name="Shape 15"/>
        <p:cNvGrpSpPr/>
        <p:nvPr/>
      </p:nvGrpSpPr>
      <p:grpSpPr>
        <a:xfrm>
          <a:off x="0" y="0"/>
          <a:ext cx="0" cy="0"/>
          <a:chOff x="0" y="0"/>
          <a:chExt cx="0" cy="0"/>
        </a:xfrm>
      </p:grpSpPr>
      <p:sp>
        <p:nvSpPr>
          <p:cNvPr id="2" name="Rectangle 1">
            <a:extLst>
              <a:ext uri="{FF2B5EF4-FFF2-40B4-BE49-F238E27FC236}">
                <a16:creationId xmlns:a16="http://schemas.microsoft.com/office/drawing/2014/main" id="{D86C6D2B-3149-1405-F97E-D031C514AB5D}"/>
              </a:ext>
            </a:extLst>
          </p:cNvPr>
          <p:cNvSpPr/>
          <p:nvPr userDrawn="1"/>
        </p:nvSpPr>
        <p:spPr>
          <a:xfrm>
            <a:off x="0" y="4779265"/>
            <a:ext cx="14628308" cy="3451924"/>
          </a:xfrm>
          <a:prstGeom prst="rect">
            <a:avLst/>
          </a:prstGeom>
          <a:gradFill flip="none" rotWithShape="1">
            <a:gsLst>
              <a:gs pos="36000">
                <a:srgbClr val="2453CB"/>
              </a:gs>
              <a:gs pos="100000">
                <a:srgbClr val="00B0F0"/>
              </a:gs>
            </a:gsLst>
            <a:path path="circle">
              <a:fillToRect r="100000" b="100000"/>
            </a:path>
            <a:tileRect l="-100000" t="-10000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3" name="Picture 2" descr="A blue background with dots and lines&#10;&#10;Description automatically generated">
            <a:extLst>
              <a:ext uri="{FF2B5EF4-FFF2-40B4-BE49-F238E27FC236}">
                <a16:creationId xmlns:a16="http://schemas.microsoft.com/office/drawing/2014/main" id="{86BF0B59-7D93-100D-8D76-CE319C642CB0}"/>
              </a:ext>
            </a:extLst>
          </p:cNvPr>
          <p:cNvPicPr>
            <a:picLocks noChangeAspect="1"/>
          </p:cNvPicPr>
          <p:nvPr userDrawn="1"/>
        </p:nvPicPr>
        <p:blipFill>
          <a:blip r:embed="rId2">
            <a:alphaModFix amt="10000"/>
            <a:extLst>
              <a:ext uri="{28A0092B-C50C-407E-A947-70E740481C1C}">
                <a14:useLocalDpi xmlns:a14="http://schemas.microsoft.com/office/drawing/2010/main" val="0"/>
              </a:ext>
            </a:extLst>
          </a:blip>
          <a:srcRect l="-1" t="45633" r="-1" b="12413"/>
          <a:stretch/>
        </p:blipFill>
        <p:spPr>
          <a:xfrm>
            <a:off x="0" y="4779264"/>
            <a:ext cx="14559280" cy="3451923"/>
          </a:xfrm>
          <a:prstGeom prst="rect">
            <a:avLst/>
          </a:prstGeom>
        </p:spPr>
      </p:pic>
      <p:pic>
        <p:nvPicPr>
          <p:cNvPr id="4" name="Graphic 3">
            <a:extLst>
              <a:ext uri="{FF2B5EF4-FFF2-40B4-BE49-F238E27FC236}">
                <a16:creationId xmlns:a16="http://schemas.microsoft.com/office/drawing/2014/main" id="{F3523090-AA53-AA15-39F1-2C2D0193546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47685" y="577333"/>
            <a:ext cx="1828800" cy="629411"/>
          </a:xfrm>
          <a:prstGeom prst="rect">
            <a:avLst/>
          </a:prstGeom>
        </p:spPr>
      </p:pic>
      <p:sp>
        <p:nvSpPr>
          <p:cNvPr id="5" name="Title 11">
            <a:extLst>
              <a:ext uri="{FF2B5EF4-FFF2-40B4-BE49-F238E27FC236}">
                <a16:creationId xmlns:a16="http://schemas.microsoft.com/office/drawing/2014/main" id="{81D46FF9-4CFB-4DEE-2904-3B6504CE0D99}"/>
              </a:ext>
            </a:extLst>
          </p:cNvPr>
          <p:cNvSpPr>
            <a:spLocks noGrp="1"/>
          </p:cNvSpPr>
          <p:nvPr>
            <p:ph type="title"/>
          </p:nvPr>
        </p:nvSpPr>
        <p:spPr>
          <a:xfrm>
            <a:off x="615028" y="2115843"/>
            <a:ext cx="13168789" cy="1794612"/>
          </a:xfrm>
          <a:ln>
            <a:noFill/>
          </a:ln>
        </p:spPr>
        <p:txBody>
          <a:bodyPr vert="horz" lIns="0" tIns="0" rIns="0" bIns="0" rtlCol="0" anchor="ctr" anchorCtr="0">
            <a:noAutofit/>
          </a:bodyPr>
          <a:lstStyle>
            <a:lvl1pPr>
              <a:defRPr lang="en-IN" sz="4800" b="1" kern="1200">
                <a:solidFill>
                  <a:schemeClr val="tx1"/>
                </a:solidFill>
                <a:latin typeface="Calibri" panose="020F0502020204030204" pitchFamily="34" charset="0"/>
                <a:ea typeface="+mj-ea"/>
                <a:cs typeface="Calibri" panose="020F0502020204030204" pitchFamily="34" charset="0"/>
                <a:sym typeface="Arial"/>
              </a:defRPr>
            </a:lvl1pPr>
          </a:lstStyle>
          <a:p>
            <a:pPr lvl="0" defTabSz="761878" eaLnBrk="1" latinLnBrk="0" hangingPunct="1">
              <a:spcBef>
                <a:spcPct val="0"/>
              </a:spcBef>
              <a:buClr>
                <a:srgbClr val="000000"/>
              </a:buClr>
              <a:buFont typeface="Arial"/>
            </a:pPr>
            <a:r>
              <a:rPr lang="en-US"/>
              <a:t>Click to edit Master title style</a:t>
            </a:r>
            <a:endParaRPr lang="en-IN"/>
          </a:p>
        </p:txBody>
      </p:sp>
    </p:spTree>
    <p:extLst>
      <p:ext uri="{BB962C8B-B14F-4D97-AF65-F5344CB8AC3E}">
        <p14:creationId xmlns:p14="http://schemas.microsoft.com/office/powerpoint/2010/main" val="2219483086"/>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guide id="3" pos="2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9_Cover Slide">
  <p:cSld name="9_Cover Slide">
    <p:bg>
      <p:bgPr>
        <a:solidFill>
          <a:schemeClr val="lt1">
            <a:alpha val="40000"/>
          </a:schemeClr>
        </a:solidFill>
        <a:effectLst/>
      </p:bgPr>
    </p:bg>
    <p:spTree>
      <p:nvGrpSpPr>
        <p:cNvPr id="1" name="Shape 95"/>
        <p:cNvGrpSpPr/>
        <p:nvPr/>
      </p:nvGrpSpPr>
      <p:grpSpPr>
        <a:xfrm>
          <a:off x="0" y="0"/>
          <a:ext cx="0" cy="0"/>
          <a:chOff x="0" y="0"/>
          <a:chExt cx="0" cy="0"/>
        </a:xfrm>
      </p:grpSpPr>
      <p:sp>
        <p:nvSpPr>
          <p:cNvPr id="97" name="Google Shape;97;p32"/>
          <p:cNvSpPr/>
          <p:nvPr/>
        </p:nvSpPr>
        <p:spPr>
          <a:xfrm>
            <a:off x="0" y="0"/>
            <a:ext cx="5405718" cy="8234839"/>
          </a:xfrm>
          <a:prstGeom prst="rect">
            <a:avLst/>
          </a:prstGeom>
          <a:solidFill>
            <a:srgbClr val="0C0C0C">
              <a:alpha val="7176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120">
              <a:solidFill>
                <a:schemeClr val="lt1"/>
              </a:solidFill>
              <a:latin typeface="Quattrocento Sans"/>
              <a:ea typeface="Quattrocento Sans"/>
              <a:cs typeface="Quattrocento Sans"/>
              <a:sym typeface="Quattrocento Sans"/>
            </a:endParaRPr>
          </a:p>
        </p:txBody>
      </p:sp>
      <p:sp>
        <p:nvSpPr>
          <p:cNvPr id="98" name="Google Shape;98;p32"/>
          <p:cNvSpPr txBox="1"/>
          <p:nvPr/>
        </p:nvSpPr>
        <p:spPr>
          <a:xfrm>
            <a:off x="161408" y="3526678"/>
            <a:ext cx="4501899" cy="7667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4000"/>
              <a:buFont typeface="Quattrocento Sans"/>
              <a:buNone/>
            </a:pPr>
            <a:r>
              <a:rPr lang="en-US" sz="4000" b="1">
                <a:solidFill>
                  <a:schemeClr val="lt1"/>
                </a:solidFill>
                <a:latin typeface="Quattrocento Sans"/>
                <a:ea typeface="Quattrocento Sans"/>
                <a:cs typeface="Quattrocento Sans"/>
                <a:sym typeface="Quattrocento Sans"/>
              </a:rPr>
              <a:t>Together we</a:t>
            </a:r>
            <a:br>
              <a:rPr lang="en-US" sz="4000" b="1">
                <a:solidFill>
                  <a:schemeClr val="lt1"/>
                </a:solidFill>
                <a:latin typeface="Quattrocento Sans"/>
                <a:ea typeface="Quattrocento Sans"/>
                <a:cs typeface="Quattrocento Sans"/>
                <a:sym typeface="Quattrocento Sans"/>
              </a:rPr>
            </a:br>
            <a:r>
              <a:rPr lang="en-US" sz="4000" b="1">
                <a:solidFill>
                  <a:schemeClr val="lt1"/>
                </a:solidFill>
                <a:latin typeface="Quattrocento Sans"/>
                <a:ea typeface="Quattrocento Sans"/>
                <a:cs typeface="Quattrocento Sans"/>
                <a:sym typeface="Quattrocento Sans"/>
              </a:rPr>
              <a:t>innovate faster. </a:t>
            </a:r>
            <a:endParaRPr sz="4000" b="1">
              <a:solidFill>
                <a:schemeClr val="lt1"/>
              </a:solidFill>
              <a:latin typeface="Quattrocento Sans"/>
              <a:ea typeface="Quattrocento Sans"/>
              <a:cs typeface="Quattrocento Sans"/>
              <a:sym typeface="Quattrocento Sans"/>
            </a:endParaRPr>
          </a:p>
        </p:txBody>
      </p:sp>
      <p:sp>
        <p:nvSpPr>
          <p:cNvPr id="99" name="Google Shape;99;p32"/>
          <p:cNvSpPr txBox="1"/>
          <p:nvPr/>
        </p:nvSpPr>
        <p:spPr>
          <a:xfrm>
            <a:off x="255537" y="4293441"/>
            <a:ext cx="4341643" cy="32894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lt1"/>
              </a:buClr>
              <a:buSzPts val="1850"/>
              <a:buFont typeface="Arial"/>
              <a:buNone/>
            </a:pPr>
            <a:r>
              <a:rPr lang="en-US" sz="1850">
                <a:solidFill>
                  <a:schemeClr val="lt1"/>
                </a:solidFill>
                <a:latin typeface="Quattrocento Sans"/>
                <a:ea typeface="Quattrocento Sans"/>
                <a:cs typeface="Quattrocento Sans"/>
                <a:sym typeface="Quattrocento Sans"/>
              </a:rPr>
              <a:t>Softdel Group Corporate Presentation</a:t>
            </a:r>
            <a:endParaRPr sz="1850">
              <a:solidFill>
                <a:schemeClr val="lt1"/>
              </a:solidFill>
              <a:latin typeface="Quattrocento Sans"/>
              <a:ea typeface="Quattrocento Sans"/>
              <a:cs typeface="Quattrocento Sans"/>
              <a:sym typeface="Quattrocento Sans"/>
            </a:endParaRPr>
          </a:p>
        </p:txBody>
      </p:sp>
      <p:pic>
        <p:nvPicPr>
          <p:cNvPr id="100" name="Google Shape;100;p32"/>
          <p:cNvPicPr preferRelativeResize="0"/>
          <p:nvPr/>
        </p:nvPicPr>
        <p:blipFill rotWithShape="1">
          <a:blip r:embed="rId2">
            <a:alphaModFix/>
          </a:blip>
          <a:srcRect/>
          <a:stretch/>
        </p:blipFill>
        <p:spPr>
          <a:xfrm>
            <a:off x="209024" y="237285"/>
            <a:ext cx="1943100" cy="774700"/>
          </a:xfrm>
          <a:prstGeom prst="rect">
            <a:avLst/>
          </a:prstGeom>
          <a:noFill/>
          <a:ln>
            <a:noFill/>
          </a:ln>
        </p:spPr>
      </p:pic>
      <p:sp>
        <p:nvSpPr>
          <p:cNvPr id="101" name="Google Shape;101;p32"/>
          <p:cNvSpPr txBox="1"/>
          <p:nvPr/>
        </p:nvSpPr>
        <p:spPr>
          <a:xfrm>
            <a:off x="239983" y="7412943"/>
            <a:ext cx="3951313" cy="419882"/>
          </a:xfrm>
          <a:prstGeom prst="rect">
            <a:avLst/>
          </a:prstGeom>
          <a:noFill/>
          <a:ln>
            <a:noFill/>
          </a:ln>
        </p:spPr>
        <p:txBody>
          <a:bodyPr spcFirstLastPara="1" wrap="square" lIns="109725" tIns="54850" rIns="109725" bIns="54850" anchor="ctr" anchorCtr="0">
            <a:noAutofit/>
          </a:bodyPr>
          <a:lstStyle/>
          <a:p>
            <a:pPr marL="0" marR="0" lvl="0" indent="0" algn="l" rtl="0">
              <a:spcBef>
                <a:spcPts val="0"/>
              </a:spcBef>
              <a:spcAft>
                <a:spcPts val="0"/>
              </a:spcAft>
              <a:buNone/>
            </a:pPr>
            <a:r>
              <a:rPr lang="en-US" sz="1600">
                <a:solidFill>
                  <a:schemeClr val="lt1"/>
                </a:solidFill>
                <a:latin typeface="Calibri"/>
                <a:ea typeface="Calibri"/>
                <a:cs typeface="Calibri"/>
                <a:sym typeface="Calibri"/>
              </a:rPr>
              <a:t>August 25, 2020</a:t>
            </a:r>
            <a:endParaRPr sz="16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132378713"/>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guide id="3" pos="22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Content Slide" preserve="1" userDrawn="1">
  <p:cSld name="3_Content Slide opt 2">
    <p:spTree>
      <p:nvGrpSpPr>
        <p:cNvPr id="1" name="Shape 32"/>
        <p:cNvGrpSpPr/>
        <p:nvPr/>
      </p:nvGrpSpPr>
      <p:grpSpPr>
        <a:xfrm>
          <a:off x="0" y="0"/>
          <a:ext cx="0" cy="0"/>
          <a:chOff x="0" y="0"/>
          <a:chExt cx="0" cy="0"/>
        </a:xfrm>
      </p:grpSpPr>
      <p:pic>
        <p:nvPicPr>
          <p:cNvPr id="9" name="Google Shape;115;p35">
            <a:extLst>
              <a:ext uri="{FF2B5EF4-FFF2-40B4-BE49-F238E27FC236}">
                <a16:creationId xmlns:a16="http://schemas.microsoft.com/office/drawing/2014/main" id="{FCB5A0C3-CBCB-8B4F-865E-4141AC425924}"/>
              </a:ext>
            </a:extLst>
          </p:cNvPr>
          <p:cNvPicPr preferRelativeResize="0"/>
          <p:nvPr userDrawn="1"/>
        </p:nvPicPr>
        <p:blipFill rotWithShape="1">
          <a:blip r:embed="rId2">
            <a:alphaModFix/>
          </a:blip>
          <a:srcRect/>
          <a:stretch/>
        </p:blipFill>
        <p:spPr>
          <a:xfrm>
            <a:off x="-4109" y="7735094"/>
            <a:ext cx="14636097" cy="504000"/>
          </a:xfrm>
          <a:prstGeom prst="rect">
            <a:avLst/>
          </a:prstGeom>
          <a:noFill/>
          <a:ln>
            <a:noFill/>
          </a:ln>
        </p:spPr>
      </p:pic>
      <p:sp>
        <p:nvSpPr>
          <p:cNvPr id="10" name="Google Shape;117;p35">
            <a:extLst>
              <a:ext uri="{FF2B5EF4-FFF2-40B4-BE49-F238E27FC236}">
                <a16:creationId xmlns:a16="http://schemas.microsoft.com/office/drawing/2014/main" id="{C5258E1D-9F59-DB46-B672-1C97928531CF}"/>
              </a:ext>
            </a:extLst>
          </p:cNvPr>
          <p:cNvSpPr txBox="1"/>
          <p:nvPr userDrawn="1"/>
        </p:nvSpPr>
        <p:spPr>
          <a:xfrm>
            <a:off x="11782087" y="7838822"/>
            <a:ext cx="1920240" cy="295200"/>
          </a:xfrm>
          <a:prstGeom prst="rect">
            <a:avLst/>
          </a:prstGeom>
          <a:noFill/>
          <a:ln>
            <a:noFill/>
          </a:ln>
        </p:spPr>
        <p:txBody>
          <a:bodyPr spcFirstLastPara="1" wrap="square" lIns="130625" tIns="65300" rIns="130625" bIns="65300" anchor="ctr" anchorCtr="0">
            <a:noAutofit/>
          </a:bodyPr>
          <a:lstStyle/>
          <a:p>
            <a:pPr marL="0" marR="0" lvl="0" indent="0" algn="ctr" rtl="0">
              <a:lnSpc>
                <a:spcPct val="10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Calibri" panose="020F0502020204030204" pitchFamily="34" charset="0"/>
                <a:ea typeface="Quattrocento Sans"/>
                <a:cs typeface="Calibri" panose="020F0502020204030204" pitchFamily="34" charset="0"/>
                <a:sym typeface="Quattrocento Sans"/>
              </a:rPr>
              <a:t>Document Name</a:t>
            </a:r>
            <a:endParaRPr sz="1400" b="0" i="0" u="none" strike="noStrike" cap="none">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11" name="Google Shape;118;p35">
            <a:extLst>
              <a:ext uri="{FF2B5EF4-FFF2-40B4-BE49-F238E27FC236}">
                <a16:creationId xmlns:a16="http://schemas.microsoft.com/office/drawing/2014/main" id="{1C5D379F-1CA3-0B4E-90E0-923DA4E18567}"/>
              </a:ext>
            </a:extLst>
          </p:cNvPr>
          <p:cNvCxnSpPr/>
          <p:nvPr userDrawn="1"/>
        </p:nvCxnSpPr>
        <p:spPr>
          <a:xfrm rot="5400000">
            <a:off x="13694858" y="7989692"/>
            <a:ext cx="288000" cy="1588"/>
          </a:xfrm>
          <a:prstGeom prst="straightConnector1">
            <a:avLst/>
          </a:prstGeom>
          <a:noFill/>
          <a:ln w="19050" cap="flat" cmpd="sng">
            <a:solidFill>
              <a:schemeClr val="lt1"/>
            </a:solidFill>
            <a:prstDash val="solid"/>
            <a:round/>
            <a:headEnd type="none" w="sm" len="sm"/>
            <a:tailEnd type="none" w="sm" len="sm"/>
          </a:ln>
        </p:spPr>
      </p:cxnSp>
      <p:sp>
        <p:nvSpPr>
          <p:cNvPr id="12" name="Google Shape;119;p35">
            <a:extLst>
              <a:ext uri="{FF2B5EF4-FFF2-40B4-BE49-F238E27FC236}">
                <a16:creationId xmlns:a16="http://schemas.microsoft.com/office/drawing/2014/main" id="{9C2A2F0D-77A9-1E41-AF52-E0DF2B120447}"/>
              </a:ext>
            </a:extLst>
          </p:cNvPr>
          <p:cNvSpPr txBox="1"/>
          <p:nvPr userDrawn="1"/>
        </p:nvSpPr>
        <p:spPr>
          <a:xfrm>
            <a:off x="13901775" y="7838822"/>
            <a:ext cx="64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1400">
                <a:solidFill>
                  <a:schemeClr val="lt1"/>
                </a:solidFill>
                <a:latin typeface="Calibri" panose="020F0502020204030204" pitchFamily="34" charset="0"/>
                <a:ea typeface="Quattrocento Sans"/>
                <a:cs typeface="Calibri" panose="020F0502020204030204" pitchFamily="34" charset="0"/>
                <a:sym typeface="Quattrocento Sans"/>
              </a:rPr>
              <a:t>‹#›</a:t>
            </a:fld>
            <a:endParaRPr sz="1400">
              <a:solidFill>
                <a:schemeClr val="lt1"/>
              </a:solidFill>
              <a:latin typeface="Calibri" panose="020F0502020204030204" pitchFamily="34" charset="0"/>
              <a:ea typeface="Quattrocento Sans"/>
              <a:cs typeface="Calibri" panose="020F0502020204030204" pitchFamily="34" charset="0"/>
              <a:sym typeface="Quattrocento Sans"/>
            </a:endParaRPr>
          </a:p>
        </p:txBody>
      </p:sp>
      <p:pic>
        <p:nvPicPr>
          <p:cNvPr id="2" name="Picture 1" descr="A picture containing graphics, font, graphic design, logo&#10;&#10;Description automatically generated">
            <a:extLst>
              <a:ext uri="{FF2B5EF4-FFF2-40B4-BE49-F238E27FC236}">
                <a16:creationId xmlns:a16="http://schemas.microsoft.com/office/drawing/2014/main" id="{6A6A2EAE-3CF3-733B-627F-A9A3C809B632}"/>
              </a:ext>
            </a:extLst>
          </p:cNvPr>
          <p:cNvPicPr>
            <a:picLocks noChangeAspect="1"/>
          </p:cNvPicPr>
          <p:nvPr userDrawn="1"/>
        </p:nvPicPr>
        <p:blipFill>
          <a:blip r:embed="rId3"/>
          <a:stretch>
            <a:fillRect/>
          </a:stretch>
        </p:blipFill>
        <p:spPr>
          <a:xfrm>
            <a:off x="12500310" y="49878"/>
            <a:ext cx="2022852" cy="1005602"/>
          </a:xfrm>
          <a:prstGeom prst="rect">
            <a:avLst/>
          </a:prstGeom>
        </p:spPr>
      </p:pic>
      <p:sp>
        <p:nvSpPr>
          <p:cNvPr id="3" name="Rectangle 2">
            <a:extLst>
              <a:ext uri="{FF2B5EF4-FFF2-40B4-BE49-F238E27FC236}">
                <a16:creationId xmlns:a16="http://schemas.microsoft.com/office/drawing/2014/main" id="{EE76A36C-42FD-763B-B58F-FDC4CEB1894D}"/>
              </a:ext>
            </a:extLst>
          </p:cNvPr>
          <p:cNvSpPr/>
          <p:nvPr userDrawn="1"/>
        </p:nvSpPr>
        <p:spPr>
          <a:xfrm rot="16200000">
            <a:off x="949057" y="476213"/>
            <a:ext cx="63316" cy="871338"/>
          </a:xfrm>
          <a:prstGeom prst="rect">
            <a:avLst/>
          </a:prstGeom>
          <a:solidFill>
            <a:srgbClr val="646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83942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7_Content Slide">
  <p:cSld name="7_Content Slide">
    <p:spTree>
      <p:nvGrpSpPr>
        <p:cNvPr id="1" name="Shape 48"/>
        <p:cNvGrpSpPr/>
        <p:nvPr/>
      </p:nvGrpSpPr>
      <p:grpSpPr>
        <a:xfrm>
          <a:off x="0" y="0"/>
          <a:ext cx="0" cy="0"/>
          <a:chOff x="0" y="0"/>
          <a:chExt cx="0" cy="0"/>
        </a:xfrm>
      </p:grpSpPr>
      <p:pic>
        <p:nvPicPr>
          <p:cNvPr id="9" name="Google Shape;115;p35">
            <a:extLst>
              <a:ext uri="{FF2B5EF4-FFF2-40B4-BE49-F238E27FC236}">
                <a16:creationId xmlns:a16="http://schemas.microsoft.com/office/drawing/2014/main" id="{38646BB8-968F-8947-A7C4-4B978CADE9A9}"/>
              </a:ext>
            </a:extLst>
          </p:cNvPr>
          <p:cNvPicPr preferRelativeResize="0"/>
          <p:nvPr userDrawn="1"/>
        </p:nvPicPr>
        <p:blipFill rotWithShape="1">
          <a:blip r:embed="rId2">
            <a:alphaModFix/>
          </a:blip>
          <a:srcRect/>
          <a:stretch/>
        </p:blipFill>
        <p:spPr>
          <a:xfrm>
            <a:off x="-4109" y="7735094"/>
            <a:ext cx="14636097" cy="504000"/>
          </a:xfrm>
          <a:prstGeom prst="rect">
            <a:avLst/>
          </a:prstGeom>
          <a:noFill/>
          <a:ln>
            <a:noFill/>
          </a:ln>
        </p:spPr>
      </p:pic>
      <p:sp>
        <p:nvSpPr>
          <p:cNvPr id="10" name="Google Shape;117;p35">
            <a:extLst>
              <a:ext uri="{FF2B5EF4-FFF2-40B4-BE49-F238E27FC236}">
                <a16:creationId xmlns:a16="http://schemas.microsoft.com/office/drawing/2014/main" id="{DE089C6D-1D9D-B342-A27B-2FB8D24F316A}"/>
              </a:ext>
            </a:extLst>
          </p:cNvPr>
          <p:cNvSpPr txBox="1"/>
          <p:nvPr userDrawn="1"/>
        </p:nvSpPr>
        <p:spPr>
          <a:xfrm>
            <a:off x="11782087" y="7838822"/>
            <a:ext cx="1920240" cy="295200"/>
          </a:xfrm>
          <a:prstGeom prst="rect">
            <a:avLst/>
          </a:prstGeom>
          <a:noFill/>
          <a:ln>
            <a:noFill/>
          </a:ln>
        </p:spPr>
        <p:txBody>
          <a:bodyPr spcFirstLastPara="1" wrap="square" lIns="130625" tIns="65300" rIns="130625" bIns="65300" anchor="ctr" anchorCtr="0">
            <a:noAutofit/>
          </a:bodyPr>
          <a:lstStyle/>
          <a:p>
            <a:pPr marL="0" marR="0" lvl="0" indent="0" algn="ctr" rtl="0">
              <a:lnSpc>
                <a:spcPct val="100000"/>
              </a:lnSpc>
              <a:spcBef>
                <a:spcPts val="0"/>
              </a:spcBef>
              <a:spcAft>
                <a:spcPts val="0"/>
              </a:spcAft>
              <a:buClr>
                <a:schemeClr val="lt1"/>
              </a:buClr>
              <a:buSzPts val="1400"/>
              <a:buFont typeface="Quattrocento Sans"/>
              <a:buNone/>
            </a:pPr>
            <a:r>
              <a:rPr lang="en-US" sz="1400" b="0" i="0" u="none" strike="noStrike" cap="none" err="1">
                <a:solidFill>
                  <a:schemeClr val="lt1"/>
                </a:solidFill>
                <a:latin typeface="Calibri" panose="020F0502020204030204" pitchFamily="34" charset="0"/>
                <a:ea typeface="Quattrocento Sans"/>
                <a:cs typeface="Calibri" panose="020F0502020204030204" pitchFamily="34" charset="0"/>
                <a:sym typeface="Quattrocento Sans"/>
              </a:rPr>
              <a:t>Softdel</a:t>
            </a:r>
            <a:r>
              <a:rPr lang="en-US" sz="1400" b="0" i="0" u="none" strike="noStrike" cap="none">
                <a:solidFill>
                  <a:schemeClr val="lt1"/>
                </a:solidFill>
                <a:latin typeface="Calibri" panose="020F0502020204030204" pitchFamily="34" charset="0"/>
                <a:ea typeface="Quattrocento Sans"/>
                <a:cs typeface="Calibri" panose="020F0502020204030204" pitchFamily="34" charset="0"/>
                <a:sym typeface="Quattrocento Sans"/>
              </a:rPr>
              <a:t> confidential</a:t>
            </a:r>
            <a:endParaRPr sz="1400" b="0" i="0" u="none" strike="noStrike" cap="none">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11" name="Google Shape;118;p35">
            <a:extLst>
              <a:ext uri="{FF2B5EF4-FFF2-40B4-BE49-F238E27FC236}">
                <a16:creationId xmlns:a16="http://schemas.microsoft.com/office/drawing/2014/main" id="{840086F3-F3E7-C54F-98E9-F54691CCC953}"/>
              </a:ext>
            </a:extLst>
          </p:cNvPr>
          <p:cNvCxnSpPr/>
          <p:nvPr userDrawn="1"/>
        </p:nvCxnSpPr>
        <p:spPr>
          <a:xfrm rot="5400000">
            <a:off x="13694858" y="7989692"/>
            <a:ext cx="288000" cy="1588"/>
          </a:xfrm>
          <a:prstGeom prst="straightConnector1">
            <a:avLst/>
          </a:prstGeom>
          <a:noFill/>
          <a:ln w="19050" cap="flat" cmpd="sng">
            <a:solidFill>
              <a:schemeClr val="lt1"/>
            </a:solidFill>
            <a:prstDash val="solid"/>
            <a:round/>
            <a:headEnd type="none" w="sm" len="sm"/>
            <a:tailEnd type="none" w="sm" len="sm"/>
          </a:ln>
        </p:spPr>
      </p:cxnSp>
      <p:sp>
        <p:nvSpPr>
          <p:cNvPr id="12" name="Google Shape;119;p35">
            <a:extLst>
              <a:ext uri="{FF2B5EF4-FFF2-40B4-BE49-F238E27FC236}">
                <a16:creationId xmlns:a16="http://schemas.microsoft.com/office/drawing/2014/main" id="{5E7A2547-6EC5-E443-8567-DCBC943A6E20}"/>
              </a:ext>
            </a:extLst>
          </p:cNvPr>
          <p:cNvSpPr txBox="1"/>
          <p:nvPr userDrawn="1"/>
        </p:nvSpPr>
        <p:spPr>
          <a:xfrm>
            <a:off x="13901775" y="7838822"/>
            <a:ext cx="64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1400">
                <a:solidFill>
                  <a:schemeClr val="lt1"/>
                </a:solidFill>
                <a:latin typeface="Calibri" panose="020F0502020204030204" pitchFamily="34" charset="0"/>
                <a:ea typeface="Quattrocento Sans"/>
                <a:cs typeface="Calibri" panose="020F0502020204030204" pitchFamily="34" charset="0"/>
                <a:sym typeface="Quattrocento Sans"/>
              </a:rPr>
              <a:t>‹#›</a:t>
            </a:fld>
            <a:endParaRPr sz="1400">
              <a:solidFill>
                <a:schemeClr val="lt1"/>
              </a:solidFill>
              <a:latin typeface="Calibri" panose="020F0502020204030204" pitchFamily="34" charset="0"/>
              <a:ea typeface="Quattrocento Sans"/>
              <a:cs typeface="Calibri" panose="020F0502020204030204" pitchFamily="34" charset="0"/>
              <a:sym typeface="Quattrocento Sans"/>
            </a:endParaRPr>
          </a:p>
        </p:txBody>
      </p:sp>
      <p:sp>
        <p:nvSpPr>
          <p:cNvPr id="53" name="Google Shape;53;p27"/>
          <p:cNvSpPr/>
          <p:nvPr/>
        </p:nvSpPr>
        <p:spPr>
          <a:xfrm>
            <a:off x="0" y="0"/>
            <a:ext cx="14631987" cy="1025594"/>
          </a:xfrm>
          <a:prstGeom prst="rect">
            <a:avLst/>
          </a:prstGeom>
          <a:solidFill>
            <a:srgbClr val="4472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54" name="Google Shape;54;p27"/>
          <p:cNvSpPr txBox="1">
            <a:spLocks noGrp="1"/>
          </p:cNvSpPr>
          <p:nvPr>
            <p:ph type="ctrTitle"/>
          </p:nvPr>
        </p:nvSpPr>
        <p:spPr>
          <a:xfrm>
            <a:off x="267493" y="305594"/>
            <a:ext cx="14044251" cy="720000"/>
          </a:xfrm>
          <a:prstGeom prst="rect">
            <a:avLst/>
          </a:prstGeom>
          <a:noFill/>
          <a:ln>
            <a:noFill/>
          </a:ln>
        </p:spPr>
        <p:txBody>
          <a:bodyPr spcFirstLastPara="1" wrap="square" lIns="130625" tIns="65300" rIns="130625" bIns="65300" anchor="ctr" anchorCtr="0">
            <a:normAutofit/>
          </a:bodyPr>
          <a:lstStyle>
            <a:lvl1pPr lvl="0" algn="l">
              <a:spcBef>
                <a:spcPts val="0"/>
              </a:spcBef>
              <a:spcAft>
                <a:spcPts val="0"/>
              </a:spcAft>
              <a:buClr>
                <a:schemeClr val="lt1"/>
              </a:buClr>
              <a:buSzPts val="3600"/>
              <a:buFont typeface="Calibri"/>
              <a:buNone/>
              <a:defRPr sz="36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 name="Google Shape;55;p27">
            <a:extLst>
              <a:ext uri="{FF2B5EF4-FFF2-40B4-BE49-F238E27FC236}">
                <a16:creationId xmlns:a16="http://schemas.microsoft.com/office/drawing/2014/main" id="{BEF431FE-AFAE-6062-69CE-E25233A87EDC}"/>
              </a:ext>
            </a:extLst>
          </p:cNvPr>
          <p:cNvPicPr preferRelativeResize="0"/>
          <p:nvPr userDrawn="1"/>
        </p:nvPicPr>
        <p:blipFill>
          <a:blip r:embed="rId3"/>
          <a:srcRect/>
          <a:stretch/>
        </p:blipFill>
        <p:spPr>
          <a:xfrm>
            <a:off x="334464" y="7666382"/>
            <a:ext cx="640080" cy="640080"/>
          </a:xfrm>
          <a:prstGeom prst="rect">
            <a:avLst/>
          </a:prstGeom>
          <a:noFill/>
          <a:ln>
            <a:noFill/>
          </a:ln>
        </p:spPr>
      </p:pic>
    </p:spTree>
    <p:extLst>
      <p:ext uri="{BB962C8B-B14F-4D97-AF65-F5344CB8AC3E}">
        <p14:creationId xmlns:p14="http://schemas.microsoft.com/office/powerpoint/2010/main" val="2963015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5_Content Slide">
  <p:cSld name="5_Content Slide">
    <p:spTree>
      <p:nvGrpSpPr>
        <p:cNvPr id="1" name="Shape 114"/>
        <p:cNvGrpSpPr/>
        <p:nvPr/>
      </p:nvGrpSpPr>
      <p:grpSpPr>
        <a:xfrm>
          <a:off x="0" y="0"/>
          <a:ext cx="0" cy="0"/>
          <a:chOff x="0" y="0"/>
          <a:chExt cx="0" cy="0"/>
        </a:xfrm>
      </p:grpSpPr>
      <p:sp>
        <p:nvSpPr>
          <p:cNvPr id="116" name="Google Shape;116;p35"/>
          <p:cNvSpPr txBox="1">
            <a:spLocks noGrp="1"/>
          </p:cNvSpPr>
          <p:nvPr>
            <p:ph type="ctrTitle"/>
          </p:nvPr>
        </p:nvSpPr>
        <p:spPr>
          <a:xfrm>
            <a:off x="267494" y="305594"/>
            <a:ext cx="12646152" cy="720000"/>
          </a:xfrm>
          <a:prstGeom prst="rect">
            <a:avLst/>
          </a:prstGeom>
          <a:noFill/>
          <a:ln>
            <a:noFill/>
          </a:ln>
        </p:spPr>
        <p:txBody>
          <a:bodyPr spcFirstLastPara="1" wrap="square" lIns="130625" tIns="65300" rIns="130625" bIns="65300" anchor="ctr" anchorCtr="0">
            <a:normAutofit/>
          </a:bodyPr>
          <a:lstStyle>
            <a:lvl1pPr lvl="0" algn="l">
              <a:spcBef>
                <a:spcPts val="0"/>
              </a:spcBef>
              <a:spcAft>
                <a:spcPts val="0"/>
              </a:spcAft>
              <a:buClr>
                <a:schemeClr val="accent1"/>
              </a:buClr>
              <a:buSzPts val="3300"/>
              <a:buFont typeface="Calibri"/>
              <a:buNone/>
              <a:defRPr sz="3300" b="1">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35"/>
          <p:cNvSpPr/>
          <p:nvPr/>
        </p:nvSpPr>
        <p:spPr>
          <a:xfrm>
            <a:off x="465457" y="1067944"/>
            <a:ext cx="1618074" cy="48919"/>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600">
              <a:solidFill>
                <a:schemeClr val="lt1"/>
              </a:solidFill>
              <a:latin typeface="Quattrocento Sans"/>
              <a:ea typeface="Quattrocento Sans"/>
              <a:cs typeface="Quattrocento Sans"/>
              <a:sym typeface="Quattrocento Sans"/>
            </a:endParaRPr>
          </a:p>
        </p:txBody>
      </p:sp>
      <p:pic>
        <p:nvPicPr>
          <p:cNvPr id="9" name="Google Shape;115;p35">
            <a:extLst>
              <a:ext uri="{FF2B5EF4-FFF2-40B4-BE49-F238E27FC236}">
                <a16:creationId xmlns:a16="http://schemas.microsoft.com/office/drawing/2014/main" id="{F31F3E87-1FF7-2042-8474-A799DF071EBA}"/>
              </a:ext>
            </a:extLst>
          </p:cNvPr>
          <p:cNvPicPr preferRelativeResize="0"/>
          <p:nvPr userDrawn="1"/>
        </p:nvPicPr>
        <p:blipFill rotWithShape="1">
          <a:blip r:embed="rId2">
            <a:alphaModFix/>
          </a:blip>
          <a:srcRect/>
          <a:stretch/>
        </p:blipFill>
        <p:spPr>
          <a:xfrm>
            <a:off x="-4109" y="7735094"/>
            <a:ext cx="14636097" cy="504000"/>
          </a:xfrm>
          <a:prstGeom prst="rect">
            <a:avLst/>
          </a:prstGeom>
          <a:noFill/>
          <a:ln>
            <a:noFill/>
          </a:ln>
        </p:spPr>
      </p:pic>
      <p:sp>
        <p:nvSpPr>
          <p:cNvPr id="10" name="Google Shape;117;p35">
            <a:extLst>
              <a:ext uri="{FF2B5EF4-FFF2-40B4-BE49-F238E27FC236}">
                <a16:creationId xmlns:a16="http://schemas.microsoft.com/office/drawing/2014/main" id="{798D72CE-232B-D741-8A7D-58FB4D5B139F}"/>
              </a:ext>
            </a:extLst>
          </p:cNvPr>
          <p:cNvSpPr txBox="1"/>
          <p:nvPr userDrawn="1"/>
        </p:nvSpPr>
        <p:spPr>
          <a:xfrm>
            <a:off x="11782087" y="7838822"/>
            <a:ext cx="1920240" cy="295200"/>
          </a:xfrm>
          <a:prstGeom prst="rect">
            <a:avLst/>
          </a:prstGeom>
          <a:noFill/>
          <a:ln>
            <a:noFill/>
          </a:ln>
        </p:spPr>
        <p:txBody>
          <a:bodyPr spcFirstLastPara="1" wrap="square" lIns="130625" tIns="65300" rIns="130625" bIns="65300" anchor="ctr" anchorCtr="0">
            <a:noAutofit/>
          </a:bodyPr>
          <a:lstStyle/>
          <a:p>
            <a:pPr marL="0" marR="0" lvl="0" indent="0" algn="ctr" rtl="0">
              <a:lnSpc>
                <a:spcPct val="10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Calibri" panose="020F0502020204030204" pitchFamily="34" charset="0"/>
                <a:ea typeface="Quattrocento Sans"/>
                <a:cs typeface="Calibri" panose="020F0502020204030204" pitchFamily="34" charset="0"/>
                <a:sym typeface="Quattrocento Sans"/>
              </a:rPr>
              <a:t>Softdel confidential</a:t>
            </a:r>
            <a:endParaRPr sz="1400" b="0" i="0" u="none" strike="noStrike" cap="none">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11" name="Google Shape;118;p35">
            <a:extLst>
              <a:ext uri="{FF2B5EF4-FFF2-40B4-BE49-F238E27FC236}">
                <a16:creationId xmlns:a16="http://schemas.microsoft.com/office/drawing/2014/main" id="{CE08417B-EDE5-1D47-8955-13487EF964EE}"/>
              </a:ext>
            </a:extLst>
          </p:cNvPr>
          <p:cNvCxnSpPr/>
          <p:nvPr userDrawn="1"/>
        </p:nvCxnSpPr>
        <p:spPr>
          <a:xfrm rot="5400000">
            <a:off x="13694858" y="7989692"/>
            <a:ext cx="288000" cy="1588"/>
          </a:xfrm>
          <a:prstGeom prst="straightConnector1">
            <a:avLst/>
          </a:prstGeom>
          <a:noFill/>
          <a:ln w="19050" cap="flat" cmpd="sng">
            <a:solidFill>
              <a:schemeClr val="lt1"/>
            </a:solidFill>
            <a:prstDash val="solid"/>
            <a:round/>
            <a:headEnd type="none" w="sm" len="sm"/>
            <a:tailEnd type="none" w="sm" len="sm"/>
          </a:ln>
        </p:spPr>
      </p:cxnSp>
      <p:sp>
        <p:nvSpPr>
          <p:cNvPr id="12" name="Google Shape;119;p35">
            <a:extLst>
              <a:ext uri="{FF2B5EF4-FFF2-40B4-BE49-F238E27FC236}">
                <a16:creationId xmlns:a16="http://schemas.microsoft.com/office/drawing/2014/main" id="{E4E6F149-7C3D-4447-8F39-C7462A735B7B}"/>
              </a:ext>
            </a:extLst>
          </p:cNvPr>
          <p:cNvSpPr txBox="1"/>
          <p:nvPr userDrawn="1"/>
        </p:nvSpPr>
        <p:spPr>
          <a:xfrm>
            <a:off x="13901775" y="7838822"/>
            <a:ext cx="64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1400">
                <a:solidFill>
                  <a:schemeClr val="lt1"/>
                </a:solidFill>
                <a:latin typeface="Calibri" panose="020F0502020204030204" pitchFamily="34" charset="0"/>
                <a:ea typeface="Quattrocento Sans"/>
                <a:cs typeface="Calibri" panose="020F0502020204030204" pitchFamily="34" charset="0"/>
                <a:sym typeface="Quattrocento Sans"/>
              </a:rPr>
              <a:t>‹#›</a:t>
            </a:fld>
            <a:endParaRPr sz="1400">
              <a:solidFill>
                <a:schemeClr val="lt1"/>
              </a:solidFill>
              <a:latin typeface="Calibri" panose="020F0502020204030204" pitchFamily="34" charset="0"/>
              <a:ea typeface="Quattrocento Sans"/>
              <a:cs typeface="Calibri" panose="020F0502020204030204" pitchFamily="34" charset="0"/>
              <a:sym typeface="Quattrocento Sans"/>
            </a:endParaRPr>
          </a:p>
        </p:txBody>
      </p:sp>
      <p:pic>
        <p:nvPicPr>
          <p:cNvPr id="2" name="Google Shape;55;p27">
            <a:extLst>
              <a:ext uri="{FF2B5EF4-FFF2-40B4-BE49-F238E27FC236}">
                <a16:creationId xmlns:a16="http://schemas.microsoft.com/office/drawing/2014/main" id="{504F139D-9F30-EBF0-FEAA-5F12923B3675}"/>
              </a:ext>
            </a:extLst>
          </p:cNvPr>
          <p:cNvPicPr preferRelativeResize="0"/>
          <p:nvPr userDrawn="1"/>
        </p:nvPicPr>
        <p:blipFill>
          <a:blip r:embed="rId3"/>
          <a:srcRect/>
          <a:stretch/>
        </p:blipFill>
        <p:spPr>
          <a:xfrm>
            <a:off x="289581" y="7677812"/>
            <a:ext cx="640080" cy="640080"/>
          </a:xfrm>
          <a:prstGeom prst="rect">
            <a:avLst/>
          </a:prstGeom>
          <a:noFill/>
          <a:ln>
            <a:noFill/>
          </a:ln>
        </p:spPr>
      </p:pic>
    </p:spTree>
    <p:extLst>
      <p:ext uri="{BB962C8B-B14F-4D97-AF65-F5344CB8AC3E}">
        <p14:creationId xmlns:p14="http://schemas.microsoft.com/office/powerpoint/2010/main" val="308642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_Content Slide">
  <p:cSld name="10_Content Slide">
    <p:spTree>
      <p:nvGrpSpPr>
        <p:cNvPr id="1" name="Shape 109"/>
        <p:cNvGrpSpPr/>
        <p:nvPr/>
      </p:nvGrpSpPr>
      <p:grpSpPr>
        <a:xfrm>
          <a:off x="0" y="0"/>
          <a:ext cx="0" cy="0"/>
          <a:chOff x="0" y="0"/>
          <a:chExt cx="0" cy="0"/>
        </a:xfrm>
      </p:grpSpPr>
      <p:pic>
        <p:nvPicPr>
          <p:cNvPr id="10" name="Google Shape;115;p35">
            <a:extLst>
              <a:ext uri="{FF2B5EF4-FFF2-40B4-BE49-F238E27FC236}">
                <a16:creationId xmlns:a16="http://schemas.microsoft.com/office/drawing/2014/main" id="{703F92A6-7932-F648-B650-3D7803867AC1}"/>
              </a:ext>
            </a:extLst>
          </p:cNvPr>
          <p:cNvPicPr preferRelativeResize="0"/>
          <p:nvPr userDrawn="1"/>
        </p:nvPicPr>
        <p:blipFill rotWithShape="1">
          <a:blip r:embed="rId2">
            <a:alphaModFix/>
          </a:blip>
          <a:srcRect/>
          <a:stretch/>
        </p:blipFill>
        <p:spPr>
          <a:xfrm>
            <a:off x="-4109" y="7735094"/>
            <a:ext cx="14636097" cy="504000"/>
          </a:xfrm>
          <a:prstGeom prst="rect">
            <a:avLst/>
          </a:prstGeom>
          <a:noFill/>
          <a:ln>
            <a:noFill/>
          </a:ln>
        </p:spPr>
      </p:pic>
      <p:sp>
        <p:nvSpPr>
          <p:cNvPr id="11" name="Google Shape;117;p35">
            <a:extLst>
              <a:ext uri="{FF2B5EF4-FFF2-40B4-BE49-F238E27FC236}">
                <a16:creationId xmlns:a16="http://schemas.microsoft.com/office/drawing/2014/main" id="{B69636A6-ABDB-6D41-9386-3DDBE2EFB745}"/>
              </a:ext>
            </a:extLst>
          </p:cNvPr>
          <p:cNvSpPr txBox="1"/>
          <p:nvPr userDrawn="1"/>
        </p:nvSpPr>
        <p:spPr>
          <a:xfrm>
            <a:off x="11782087" y="7838822"/>
            <a:ext cx="1920240" cy="295200"/>
          </a:xfrm>
          <a:prstGeom prst="rect">
            <a:avLst/>
          </a:prstGeom>
          <a:noFill/>
          <a:ln>
            <a:noFill/>
          </a:ln>
        </p:spPr>
        <p:txBody>
          <a:bodyPr spcFirstLastPara="1" wrap="square" lIns="130625" tIns="65300" rIns="130625" bIns="65300" anchor="ctr" anchorCtr="0">
            <a:noAutofit/>
          </a:bodyPr>
          <a:lstStyle/>
          <a:p>
            <a:pPr marL="0" marR="0" lvl="0" indent="0" algn="ctr" rtl="0">
              <a:lnSpc>
                <a:spcPct val="10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Calibri" panose="020F0502020204030204" pitchFamily="34" charset="0"/>
                <a:ea typeface="Quattrocento Sans"/>
                <a:cs typeface="Calibri" panose="020F0502020204030204" pitchFamily="34" charset="0"/>
                <a:sym typeface="Quattrocento Sans"/>
              </a:rPr>
              <a:t>Softdel confidential</a:t>
            </a:r>
            <a:endParaRPr sz="1400" b="0" i="0" u="none" strike="noStrike" cap="none">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12" name="Google Shape;118;p35">
            <a:extLst>
              <a:ext uri="{FF2B5EF4-FFF2-40B4-BE49-F238E27FC236}">
                <a16:creationId xmlns:a16="http://schemas.microsoft.com/office/drawing/2014/main" id="{003A3905-0C25-0C4F-8C7A-052F0A314F36}"/>
              </a:ext>
            </a:extLst>
          </p:cNvPr>
          <p:cNvCxnSpPr/>
          <p:nvPr userDrawn="1"/>
        </p:nvCxnSpPr>
        <p:spPr>
          <a:xfrm rot="5400000">
            <a:off x="13694858" y="7989692"/>
            <a:ext cx="288000" cy="1588"/>
          </a:xfrm>
          <a:prstGeom prst="straightConnector1">
            <a:avLst/>
          </a:prstGeom>
          <a:noFill/>
          <a:ln w="19050" cap="flat" cmpd="sng">
            <a:solidFill>
              <a:schemeClr val="lt1"/>
            </a:solidFill>
            <a:prstDash val="solid"/>
            <a:round/>
            <a:headEnd type="none" w="sm" len="sm"/>
            <a:tailEnd type="none" w="sm" len="sm"/>
          </a:ln>
        </p:spPr>
      </p:cxnSp>
      <p:sp>
        <p:nvSpPr>
          <p:cNvPr id="13" name="Google Shape;119;p35">
            <a:extLst>
              <a:ext uri="{FF2B5EF4-FFF2-40B4-BE49-F238E27FC236}">
                <a16:creationId xmlns:a16="http://schemas.microsoft.com/office/drawing/2014/main" id="{76B6DC40-A3F8-1942-8753-88E6DF480675}"/>
              </a:ext>
            </a:extLst>
          </p:cNvPr>
          <p:cNvSpPr txBox="1"/>
          <p:nvPr userDrawn="1"/>
        </p:nvSpPr>
        <p:spPr>
          <a:xfrm>
            <a:off x="13901775" y="7838822"/>
            <a:ext cx="64008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1400">
                <a:solidFill>
                  <a:schemeClr val="lt1"/>
                </a:solidFill>
                <a:latin typeface="Calibri" panose="020F0502020204030204" pitchFamily="34" charset="0"/>
                <a:ea typeface="Quattrocento Sans"/>
                <a:cs typeface="Calibri" panose="020F0502020204030204" pitchFamily="34" charset="0"/>
                <a:sym typeface="Quattrocento Sans"/>
              </a:rPr>
              <a:t>‹#›</a:t>
            </a:fld>
            <a:endParaRPr sz="1400">
              <a:solidFill>
                <a:schemeClr val="lt1"/>
              </a:solidFill>
              <a:latin typeface="Calibri" panose="020F0502020204030204" pitchFamily="34" charset="0"/>
              <a:ea typeface="Quattrocento Sans"/>
              <a:cs typeface="Calibri" panose="020F0502020204030204" pitchFamily="34" charset="0"/>
              <a:sym typeface="Quattrocento Sans"/>
            </a:endParaRPr>
          </a:p>
        </p:txBody>
      </p:sp>
      <p:pic>
        <p:nvPicPr>
          <p:cNvPr id="2" name="Google Shape;55;p27">
            <a:extLst>
              <a:ext uri="{FF2B5EF4-FFF2-40B4-BE49-F238E27FC236}">
                <a16:creationId xmlns:a16="http://schemas.microsoft.com/office/drawing/2014/main" id="{F0FF0D42-0519-B241-0A42-653E344907A1}"/>
              </a:ext>
            </a:extLst>
          </p:cNvPr>
          <p:cNvPicPr preferRelativeResize="0"/>
          <p:nvPr userDrawn="1"/>
        </p:nvPicPr>
        <p:blipFill>
          <a:blip r:embed="rId3"/>
          <a:srcRect/>
          <a:stretch/>
        </p:blipFill>
        <p:spPr>
          <a:xfrm>
            <a:off x="289581" y="7666382"/>
            <a:ext cx="640080" cy="640080"/>
          </a:xfrm>
          <a:prstGeom prst="rect">
            <a:avLst/>
          </a:prstGeom>
          <a:noFill/>
          <a:ln>
            <a:noFill/>
          </a:ln>
        </p:spPr>
      </p:pic>
    </p:spTree>
    <p:extLst>
      <p:ext uri="{BB962C8B-B14F-4D97-AF65-F5344CB8AC3E}">
        <p14:creationId xmlns:p14="http://schemas.microsoft.com/office/powerpoint/2010/main" val="284616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Google Shape;150;p40">
            <a:extLst>
              <a:ext uri="{FF2B5EF4-FFF2-40B4-BE49-F238E27FC236}">
                <a16:creationId xmlns:a16="http://schemas.microsoft.com/office/drawing/2014/main" id="{C92AF730-AA8A-7640-AD44-F38CB6337D16}"/>
              </a:ext>
            </a:extLst>
          </p:cNvPr>
          <p:cNvSpPr/>
          <p:nvPr userDrawn="1"/>
        </p:nvSpPr>
        <p:spPr>
          <a:xfrm>
            <a:off x="0" y="0"/>
            <a:ext cx="14631988" cy="823118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600">
              <a:solidFill>
                <a:srgbClr val="4472C4"/>
              </a:solidFill>
              <a:latin typeface="Quattrocento Sans"/>
              <a:ea typeface="Quattrocento Sans"/>
              <a:cs typeface="Quattrocento Sans"/>
              <a:sym typeface="Quattrocento Sans"/>
            </a:endParaRPr>
          </a:p>
        </p:txBody>
      </p:sp>
      <p:sp>
        <p:nvSpPr>
          <p:cNvPr id="7" name="Google Shape;151;p40">
            <a:extLst>
              <a:ext uri="{FF2B5EF4-FFF2-40B4-BE49-F238E27FC236}">
                <a16:creationId xmlns:a16="http://schemas.microsoft.com/office/drawing/2014/main" id="{D1A204A6-1000-2443-8585-6FF368E493F3}"/>
              </a:ext>
            </a:extLst>
          </p:cNvPr>
          <p:cNvSpPr txBox="1">
            <a:spLocks noGrp="1"/>
          </p:cNvSpPr>
          <p:nvPr>
            <p:ph type="body" idx="1"/>
          </p:nvPr>
        </p:nvSpPr>
        <p:spPr>
          <a:xfrm>
            <a:off x="2419994" y="3353594"/>
            <a:ext cx="9792000" cy="762000"/>
          </a:xfrm>
          <a:prstGeom prst="rect">
            <a:avLst/>
          </a:prstGeom>
          <a:noFill/>
          <a:ln>
            <a:noFill/>
          </a:ln>
        </p:spPr>
        <p:txBody>
          <a:bodyPr spcFirstLastPara="1" wrap="square" lIns="130625" tIns="65300" rIns="130625" bIns="65300" anchor="b" anchorCtr="0">
            <a:noAutofit/>
          </a:bodyPr>
          <a:lstStyle>
            <a:lvl1pPr marL="457200" lvl="0" indent="-228600" algn="ctr">
              <a:spcBef>
                <a:spcPts val="680"/>
              </a:spcBef>
              <a:spcAft>
                <a:spcPts val="0"/>
              </a:spcAft>
              <a:buClr>
                <a:srgbClr val="0070C0"/>
              </a:buClr>
              <a:buSzPts val="3400"/>
              <a:buFont typeface="Calibri"/>
              <a:buNone/>
              <a:defRPr sz="3600" b="1">
                <a:solidFill>
                  <a:srgbClr val="4472C4"/>
                </a:solidFill>
                <a:latin typeface="Calibri"/>
                <a:ea typeface="Calibri"/>
                <a:cs typeface="Calibri"/>
                <a:sym typeface="Calibri"/>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203849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Content Slid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3FF0B7E-46E6-4C54-AB00-AF867F61CE7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8" y="7735096"/>
            <a:ext cx="14636097" cy="504000"/>
          </a:xfrm>
          <a:prstGeom prst="rect">
            <a:avLst/>
          </a:prstGeom>
        </p:spPr>
      </p:pic>
      <p:sp>
        <p:nvSpPr>
          <p:cNvPr id="26" name="Footer Placeholder 4">
            <a:extLst>
              <a:ext uri="{FF2B5EF4-FFF2-40B4-BE49-F238E27FC236}">
                <a16:creationId xmlns:a16="http://schemas.microsoft.com/office/drawing/2014/main" id="{77BA415E-DB0E-4E43-A2FB-AF62FA57D0C6}"/>
              </a:ext>
            </a:extLst>
          </p:cNvPr>
          <p:cNvSpPr txBox="1">
            <a:spLocks/>
          </p:cNvSpPr>
          <p:nvPr userDrawn="1"/>
        </p:nvSpPr>
        <p:spPr>
          <a:xfrm>
            <a:off x="11782087" y="7838823"/>
            <a:ext cx="1920240" cy="295201"/>
          </a:xfrm>
          <a:prstGeom prst="rect">
            <a:avLst/>
          </a:prstGeom>
        </p:spPr>
        <p:txBody>
          <a:bodyPr vert="horz" lIns="130619" tIns="65310" rIns="130619" bIns="65310" rtlCol="0" anchor="ctr"/>
          <a:lstStyle>
            <a:lvl1pPr algn="ctr">
              <a:defRPr sz="1400">
                <a:solidFill>
                  <a:schemeClr val="bg1"/>
                </a:solidFill>
                <a:latin typeface="Segoe UI" pitchFamily="34" charset="0"/>
                <a:cs typeface="Segoe UI" pitchFamily="34" charset="0"/>
              </a:defRPr>
            </a:lvl1pPr>
          </a:lstStyle>
          <a:p>
            <a:pPr marL="0" marR="0" lvl="0" indent="0" algn="ctr" defTabSz="1306203" rtl="0" eaLnBrk="1" fontAlgn="auto" latinLnBrk="0" hangingPunct="1">
              <a:lnSpc>
                <a:spcPct val="100000"/>
              </a:lnSpc>
              <a:spcBef>
                <a:spcPts val="0"/>
              </a:spcBef>
              <a:spcAft>
                <a:spcPts val="0"/>
              </a:spcAft>
              <a:buClrTx/>
              <a:buSzTx/>
              <a:buFontTx/>
              <a:buNone/>
              <a:tabLst/>
              <a:defRPr/>
            </a:pPr>
            <a:r>
              <a:rPr kumimoji="0" lang="en-US" sz="1399" b="0" i="0" u="none" strike="noStrike" kern="1200" cap="none" spc="0" normalizeH="0" baseline="0" noProof="0">
                <a:ln>
                  <a:noFill/>
                </a:ln>
                <a:solidFill>
                  <a:schemeClr val="bg1"/>
                </a:solidFill>
                <a:effectLst/>
                <a:uLnTx/>
                <a:uFillTx/>
                <a:latin typeface="Segoe UI" pitchFamily="34" charset="0"/>
                <a:ea typeface="+mn-ea"/>
                <a:cs typeface="Segoe UI" pitchFamily="34" charset="0"/>
              </a:rPr>
              <a:t>Softdel confidential</a:t>
            </a:r>
            <a:endParaRPr kumimoji="0" lang="en-US" sz="1399" b="0" i="0" u="none" strike="noStrike" kern="1200" cap="none" spc="0" normalizeH="0" baseline="0" noProof="0">
              <a:ln>
                <a:noFill/>
              </a:ln>
              <a:solidFill>
                <a:schemeClr val="tx1"/>
              </a:solidFill>
              <a:effectLst/>
              <a:uLnTx/>
              <a:uFillTx/>
              <a:latin typeface="Segoe UI" pitchFamily="34" charset="0"/>
              <a:ea typeface="+mn-ea"/>
              <a:cs typeface="Segoe UI" pitchFamily="34" charset="0"/>
            </a:endParaRPr>
          </a:p>
        </p:txBody>
      </p:sp>
      <p:cxnSp>
        <p:nvCxnSpPr>
          <p:cNvPr id="27" name="Straight Connector 26">
            <a:extLst>
              <a:ext uri="{FF2B5EF4-FFF2-40B4-BE49-F238E27FC236}">
                <a16:creationId xmlns:a16="http://schemas.microsoft.com/office/drawing/2014/main" id="{B2860B11-EA33-4DE3-8CF5-92BC2FFDDF2C}"/>
              </a:ext>
            </a:extLst>
          </p:cNvPr>
          <p:cNvCxnSpPr/>
          <p:nvPr userDrawn="1"/>
        </p:nvCxnSpPr>
        <p:spPr>
          <a:xfrm rot="5400000">
            <a:off x="13694857" y="7989692"/>
            <a:ext cx="28800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1604451-E017-41BE-83C0-7F89D371FA58}"/>
              </a:ext>
            </a:extLst>
          </p:cNvPr>
          <p:cNvSpPr txBox="1"/>
          <p:nvPr userDrawn="1"/>
        </p:nvSpPr>
        <p:spPr>
          <a:xfrm>
            <a:off x="13901775" y="7838824"/>
            <a:ext cx="640080" cy="307648"/>
          </a:xfrm>
          <a:prstGeom prst="rect">
            <a:avLst/>
          </a:prstGeom>
          <a:noFill/>
        </p:spPr>
        <p:txBody>
          <a:bodyPr wrap="square" rtlCol="0">
            <a:spAutoFit/>
          </a:bodyPr>
          <a:lstStyle/>
          <a:p>
            <a:pPr algn="ctr"/>
            <a:fld id="{E2FF4B0D-FF16-46A9-9A92-BC94356CC588}" type="slidenum">
              <a:rPr lang="en-US" sz="1399" smtClean="0">
                <a:solidFill>
                  <a:schemeClr val="bg1"/>
                </a:solidFill>
              </a:rPr>
              <a:pPr algn="ctr"/>
              <a:t>‹#›</a:t>
            </a:fld>
            <a:endParaRPr lang="en-US" sz="1399">
              <a:solidFill>
                <a:schemeClr val="bg1"/>
              </a:solidFill>
            </a:endParaRPr>
          </a:p>
        </p:txBody>
      </p:sp>
      <p:sp>
        <p:nvSpPr>
          <p:cNvPr id="10" name="Rectangle 9">
            <a:extLst>
              <a:ext uri="{FF2B5EF4-FFF2-40B4-BE49-F238E27FC236}">
                <a16:creationId xmlns:a16="http://schemas.microsoft.com/office/drawing/2014/main" id="{F5B03BB5-143E-4BA7-957E-F403E1A71EBD}"/>
              </a:ext>
            </a:extLst>
          </p:cNvPr>
          <p:cNvSpPr/>
          <p:nvPr userDrawn="1"/>
        </p:nvSpPr>
        <p:spPr>
          <a:xfrm>
            <a:off x="3" y="2"/>
            <a:ext cx="14631987" cy="1025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a:p>
        </p:txBody>
      </p:sp>
      <p:sp>
        <p:nvSpPr>
          <p:cNvPr id="8" name="Title 1">
            <a:extLst>
              <a:ext uri="{FF2B5EF4-FFF2-40B4-BE49-F238E27FC236}">
                <a16:creationId xmlns:a16="http://schemas.microsoft.com/office/drawing/2014/main" id="{99A45533-F3B5-9544-BC16-B295E6415314}"/>
              </a:ext>
            </a:extLst>
          </p:cNvPr>
          <p:cNvSpPr>
            <a:spLocks noGrp="1"/>
          </p:cNvSpPr>
          <p:nvPr>
            <p:ph type="ctrTitle" hasCustomPrompt="1"/>
          </p:nvPr>
        </p:nvSpPr>
        <p:spPr>
          <a:xfrm>
            <a:off x="267494" y="305594"/>
            <a:ext cx="12646152" cy="720000"/>
          </a:xfrm>
        </p:spPr>
        <p:txBody>
          <a:bodyPr>
            <a:normAutofit/>
          </a:bodyPr>
          <a:lstStyle>
            <a:lvl1pPr>
              <a:defRPr sz="3600" b="1" baseline="0">
                <a:solidFill>
                  <a:srgbClr val="295372"/>
                </a:solidFill>
                <a:latin typeface="Calibri" panose="020F0502020204030204" pitchFamily="34" charset="0"/>
                <a:cs typeface="Calibri" panose="020F0502020204030204" pitchFamily="34" charset="0"/>
              </a:defRPr>
            </a:lvl1pPr>
          </a:lstStyle>
          <a:p>
            <a:r>
              <a:rPr lang="en-US"/>
              <a:t>Click to edit title</a:t>
            </a:r>
          </a:p>
        </p:txBody>
      </p:sp>
      <p:pic>
        <p:nvPicPr>
          <p:cNvPr id="2" name="Google Shape;55;p27">
            <a:extLst>
              <a:ext uri="{FF2B5EF4-FFF2-40B4-BE49-F238E27FC236}">
                <a16:creationId xmlns:a16="http://schemas.microsoft.com/office/drawing/2014/main" id="{44A006F3-37AF-A651-E7CC-ACBD984EB568}"/>
              </a:ext>
            </a:extLst>
          </p:cNvPr>
          <p:cNvPicPr preferRelativeResize="0"/>
          <p:nvPr userDrawn="1"/>
        </p:nvPicPr>
        <p:blipFill>
          <a:blip r:embed="rId3"/>
          <a:srcRect/>
          <a:stretch/>
        </p:blipFill>
        <p:spPr>
          <a:xfrm>
            <a:off x="289581" y="7666383"/>
            <a:ext cx="640080" cy="640080"/>
          </a:xfrm>
          <a:prstGeom prst="rect">
            <a:avLst/>
          </a:prstGeom>
          <a:noFill/>
          <a:ln>
            <a:noFill/>
          </a:ln>
        </p:spPr>
      </p:pic>
    </p:spTree>
    <p:extLst>
      <p:ext uri="{BB962C8B-B14F-4D97-AF65-F5344CB8AC3E}">
        <p14:creationId xmlns:p14="http://schemas.microsoft.com/office/powerpoint/2010/main" val="3323039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Content Slide" userDrawn="1">
  <p:cSld name="6_Content Slide">
    <p:spTree>
      <p:nvGrpSpPr>
        <p:cNvPr id="1" name="Shape 32"/>
        <p:cNvGrpSpPr/>
        <p:nvPr/>
      </p:nvGrpSpPr>
      <p:grpSpPr>
        <a:xfrm>
          <a:off x="0" y="0"/>
          <a:ext cx="0" cy="0"/>
          <a:chOff x="0" y="0"/>
          <a:chExt cx="0" cy="0"/>
        </a:xfrm>
      </p:grpSpPr>
      <p:pic>
        <p:nvPicPr>
          <p:cNvPr id="9" name="Google Shape;115;p35">
            <a:extLst>
              <a:ext uri="{FF2B5EF4-FFF2-40B4-BE49-F238E27FC236}">
                <a16:creationId xmlns:a16="http://schemas.microsoft.com/office/drawing/2014/main" id="{FCB5A0C3-CBCB-8B4F-865E-4141AC425924}"/>
              </a:ext>
            </a:extLst>
          </p:cNvPr>
          <p:cNvPicPr preferRelativeResize="0"/>
          <p:nvPr userDrawn="1"/>
        </p:nvPicPr>
        <p:blipFill rotWithShape="1">
          <a:blip r:embed="rId2">
            <a:alphaModFix/>
          </a:blip>
          <a:srcRect/>
          <a:stretch/>
        </p:blipFill>
        <p:spPr>
          <a:xfrm>
            <a:off x="-4108" y="7735095"/>
            <a:ext cx="14636097" cy="504000"/>
          </a:xfrm>
          <a:prstGeom prst="rect">
            <a:avLst/>
          </a:prstGeom>
          <a:noFill/>
          <a:ln>
            <a:noFill/>
          </a:ln>
        </p:spPr>
      </p:pic>
      <p:sp>
        <p:nvSpPr>
          <p:cNvPr id="10" name="Google Shape;117;p35">
            <a:extLst>
              <a:ext uri="{FF2B5EF4-FFF2-40B4-BE49-F238E27FC236}">
                <a16:creationId xmlns:a16="http://schemas.microsoft.com/office/drawing/2014/main" id="{C5258E1D-9F59-DB46-B672-1C97928531CF}"/>
              </a:ext>
            </a:extLst>
          </p:cNvPr>
          <p:cNvSpPr txBox="1"/>
          <p:nvPr userDrawn="1"/>
        </p:nvSpPr>
        <p:spPr>
          <a:xfrm>
            <a:off x="11782087" y="7838822"/>
            <a:ext cx="1920240" cy="295201"/>
          </a:xfrm>
          <a:prstGeom prst="rect">
            <a:avLst/>
          </a:prstGeom>
          <a:noFill/>
          <a:ln>
            <a:noFill/>
          </a:ln>
        </p:spPr>
        <p:txBody>
          <a:bodyPr spcFirstLastPara="1" wrap="square" lIns="130614" tIns="65294" rIns="130614" bIns="65294" anchor="ctr" anchorCtr="0">
            <a:noAutofit/>
          </a:bodyPr>
          <a:lstStyle/>
          <a:p>
            <a:pPr marL="0" marR="0" lvl="0" indent="0" algn="ctr" rtl="0">
              <a:lnSpc>
                <a:spcPct val="100000"/>
              </a:lnSpc>
              <a:spcBef>
                <a:spcPts val="0"/>
              </a:spcBef>
              <a:spcAft>
                <a:spcPts val="0"/>
              </a:spcAft>
              <a:buClr>
                <a:schemeClr val="lt1"/>
              </a:buClr>
              <a:buSzPts val="1400"/>
              <a:buFont typeface="Quattrocento Sans"/>
              <a:buNone/>
            </a:pPr>
            <a:r>
              <a:rPr lang="en-US" sz="1399" b="0" i="0" u="none" strike="noStrike" cap="none">
                <a:solidFill>
                  <a:schemeClr val="lt1"/>
                </a:solidFill>
                <a:latin typeface="Calibri" panose="020F0502020204030204" pitchFamily="34" charset="0"/>
                <a:ea typeface="Quattrocento Sans"/>
                <a:cs typeface="Calibri" panose="020F0502020204030204" pitchFamily="34" charset="0"/>
                <a:sym typeface="Quattrocento Sans"/>
              </a:rPr>
              <a:t>Softdel Confidential</a:t>
            </a:r>
            <a:endParaRPr lang="en-US" sz="1399" b="0" i="0" u="none" strike="noStrike" cap="none">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11" name="Google Shape;118;p35">
            <a:extLst>
              <a:ext uri="{FF2B5EF4-FFF2-40B4-BE49-F238E27FC236}">
                <a16:creationId xmlns:a16="http://schemas.microsoft.com/office/drawing/2014/main" id="{1C5D379F-1CA3-0B4E-90E0-923DA4E18567}"/>
              </a:ext>
            </a:extLst>
          </p:cNvPr>
          <p:cNvCxnSpPr/>
          <p:nvPr userDrawn="1"/>
        </p:nvCxnSpPr>
        <p:spPr>
          <a:xfrm rot="5400000">
            <a:off x="13694858" y="7989692"/>
            <a:ext cx="288000" cy="1588"/>
          </a:xfrm>
          <a:prstGeom prst="straightConnector1">
            <a:avLst/>
          </a:prstGeom>
          <a:noFill/>
          <a:ln w="19050" cap="flat" cmpd="sng">
            <a:solidFill>
              <a:schemeClr val="lt1"/>
            </a:solidFill>
            <a:prstDash val="solid"/>
            <a:round/>
            <a:headEnd type="none" w="sm" len="sm"/>
            <a:tailEnd type="none" w="sm" len="sm"/>
          </a:ln>
        </p:spPr>
      </p:cxnSp>
      <p:sp>
        <p:nvSpPr>
          <p:cNvPr id="12" name="Google Shape;119;p35">
            <a:extLst>
              <a:ext uri="{FF2B5EF4-FFF2-40B4-BE49-F238E27FC236}">
                <a16:creationId xmlns:a16="http://schemas.microsoft.com/office/drawing/2014/main" id="{9C2A2F0D-77A9-1E41-AF52-E0DF2B120447}"/>
              </a:ext>
            </a:extLst>
          </p:cNvPr>
          <p:cNvSpPr txBox="1"/>
          <p:nvPr userDrawn="1"/>
        </p:nvSpPr>
        <p:spPr>
          <a:xfrm>
            <a:off x="13901775" y="7838823"/>
            <a:ext cx="640080" cy="307600"/>
          </a:xfrm>
          <a:prstGeom prst="rect">
            <a:avLst/>
          </a:prstGeom>
          <a:noFill/>
          <a:ln>
            <a:noFill/>
          </a:ln>
        </p:spPr>
        <p:txBody>
          <a:bodyPr spcFirstLastPara="1" wrap="square" lIns="91418" tIns="45696" rIns="91418" bIns="45696" anchor="t" anchorCtr="0">
            <a:spAutoFit/>
          </a:bodyPr>
          <a:lstStyle/>
          <a:p>
            <a:pPr marL="0" marR="0" lvl="0" indent="0" algn="ctr" rtl="0">
              <a:spcBef>
                <a:spcPts val="0"/>
              </a:spcBef>
              <a:spcAft>
                <a:spcPts val="0"/>
              </a:spcAft>
              <a:buNone/>
            </a:pPr>
            <a:fld id="{00000000-1234-1234-1234-123412341234}" type="slidenum">
              <a:rPr lang="en-US" sz="1399">
                <a:solidFill>
                  <a:schemeClr val="lt1"/>
                </a:solidFill>
                <a:latin typeface="Calibri" panose="020F0502020204030204" pitchFamily="34" charset="0"/>
                <a:ea typeface="Quattrocento Sans"/>
                <a:cs typeface="Calibri" panose="020F0502020204030204" pitchFamily="34" charset="0"/>
                <a:sym typeface="Quattrocento Sans"/>
              </a:rPr>
              <a:pPr marL="0" marR="0" lvl="0" indent="0" algn="ctr" rtl="0">
                <a:spcBef>
                  <a:spcPts val="0"/>
                </a:spcBef>
                <a:spcAft>
                  <a:spcPts val="0"/>
                </a:spcAft>
                <a:buNone/>
              </a:pPr>
              <a:t>‹#›</a:t>
            </a:fld>
            <a:endParaRPr sz="1399">
              <a:solidFill>
                <a:schemeClr val="lt1"/>
              </a:solidFill>
              <a:latin typeface="Calibri" panose="020F0502020204030204" pitchFamily="34" charset="0"/>
              <a:ea typeface="Quattrocento Sans"/>
              <a:cs typeface="Calibri" panose="020F0502020204030204" pitchFamily="34" charset="0"/>
              <a:sym typeface="Quattrocento Sans"/>
            </a:endParaRPr>
          </a:p>
        </p:txBody>
      </p:sp>
      <p:pic>
        <p:nvPicPr>
          <p:cNvPr id="5" name="Picture 4" descr="A picture containing graphics, font, graphic design, logo&#10;&#10;Description automatically generated">
            <a:extLst>
              <a:ext uri="{FF2B5EF4-FFF2-40B4-BE49-F238E27FC236}">
                <a16:creationId xmlns:a16="http://schemas.microsoft.com/office/drawing/2014/main" id="{D4AF1C80-B45E-A6DA-E0E4-B301B43B6D3E}"/>
              </a:ext>
            </a:extLst>
          </p:cNvPr>
          <p:cNvPicPr>
            <a:picLocks noChangeAspect="1"/>
          </p:cNvPicPr>
          <p:nvPr userDrawn="1"/>
        </p:nvPicPr>
        <p:blipFill>
          <a:blip r:embed="rId3"/>
          <a:stretch>
            <a:fillRect/>
          </a:stretch>
        </p:blipFill>
        <p:spPr>
          <a:xfrm>
            <a:off x="12500310" y="49878"/>
            <a:ext cx="2022852" cy="1005602"/>
          </a:xfrm>
          <a:prstGeom prst="rect">
            <a:avLst/>
          </a:prstGeom>
        </p:spPr>
      </p:pic>
      <p:sp>
        <p:nvSpPr>
          <p:cNvPr id="6" name="Rectangle 5">
            <a:extLst>
              <a:ext uri="{FF2B5EF4-FFF2-40B4-BE49-F238E27FC236}">
                <a16:creationId xmlns:a16="http://schemas.microsoft.com/office/drawing/2014/main" id="{CD453081-7556-456B-4AFA-0E97E8656F8E}"/>
              </a:ext>
            </a:extLst>
          </p:cNvPr>
          <p:cNvSpPr/>
          <p:nvPr userDrawn="1"/>
        </p:nvSpPr>
        <p:spPr>
          <a:xfrm rot="16200000">
            <a:off x="1043564" y="435957"/>
            <a:ext cx="75994" cy="1045719"/>
          </a:xfrm>
          <a:prstGeom prst="rect">
            <a:avLst/>
          </a:prstGeom>
          <a:solidFill>
            <a:srgbClr val="646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80"/>
          </a:p>
        </p:txBody>
      </p:sp>
      <p:sp>
        <p:nvSpPr>
          <p:cNvPr id="7" name="Google Shape;116;p35">
            <a:extLst>
              <a:ext uri="{FF2B5EF4-FFF2-40B4-BE49-F238E27FC236}">
                <a16:creationId xmlns:a16="http://schemas.microsoft.com/office/drawing/2014/main" id="{BDD4FB45-E8F6-BCCA-100C-0973520DA8BF}"/>
              </a:ext>
            </a:extLst>
          </p:cNvPr>
          <p:cNvSpPr txBox="1">
            <a:spLocks noGrp="1"/>
          </p:cNvSpPr>
          <p:nvPr>
            <p:ph type="ctrTitle"/>
          </p:nvPr>
        </p:nvSpPr>
        <p:spPr>
          <a:xfrm>
            <a:off x="382344" y="254546"/>
            <a:ext cx="11982537" cy="720000"/>
          </a:xfrm>
          <a:prstGeom prst="rect">
            <a:avLst/>
          </a:prstGeom>
          <a:noFill/>
          <a:ln>
            <a:noFill/>
          </a:ln>
        </p:spPr>
        <p:txBody>
          <a:bodyPr spcFirstLastPara="1" wrap="square" lIns="130625" tIns="65300" rIns="130625" bIns="65300" anchor="ctr" anchorCtr="0">
            <a:normAutofit/>
          </a:bodyPr>
          <a:lstStyle>
            <a:lvl1pPr lvl="0" algn="l">
              <a:spcBef>
                <a:spcPts val="0"/>
              </a:spcBef>
              <a:spcAft>
                <a:spcPts val="0"/>
              </a:spcAft>
              <a:buClr>
                <a:schemeClr val="accent1"/>
              </a:buClr>
              <a:buSzPts val="3300"/>
              <a:buFont typeface="Calibri"/>
              <a:buNone/>
              <a:defRPr sz="3300" b="1">
                <a:solidFill>
                  <a:srgbClr val="4472C4"/>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118235212"/>
      </p:ext>
    </p:extLst>
  </p:cSld>
  <p:clrMapOvr>
    <a:masterClrMapping/>
  </p:clrMapOvr>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61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731600" y="329629"/>
            <a:ext cx="13168789" cy="1371865"/>
          </a:xfrm>
          <a:prstGeom prst="rect">
            <a:avLst/>
          </a:prstGeom>
          <a:noFill/>
          <a:ln>
            <a:noFill/>
          </a:ln>
        </p:spPr>
        <p:txBody>
          <a:bodyPr spcFirstLastPara="1" wrap="square" lIns="130625" tIns="65300" rIns="130625" bIns="65300" anchor="ctr" anchorCtr="0">
            <a:normAutofit/>
          </a:bodyPr>
          <a:lstStyle>
            <a:lvl1pPr marR="0" lvl="0" algn="l" rtl="0">
              <a:spcBef>
                <a:spcPts val="0"/>
              </a:spcBef>
              <a:spcAft>
                <a:spcPts val="0"/>
              </a:spcAft>
              <a:buClr>
                <a:schemeClr val="dk1"/>
              </a:buClr>
              <a:buSzPts val="2600"/>
              <a:buFont typeface="Quattrocento Sans"/>
              <a:buNone/>
              <a:defRPr sz="26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731600" y="1920611"/>
            <a:ext cx="13168789" cy="5432204"/>
          </a:xfrm>
          <a:prstGeom prst="rect">
            <a:avLst/>
          </a:prstGeom>
          <a:noFill/>
          <a:ln>
            <a:noFill/>
          </a:ln>
        </p:spPr>
        <p:txBody>
          <a:bodyPr spcFirstLastPara="1" wrap="square" lIns="130625" tIns="65300" rIns="130625" bIns="65300" anchor="t" anchorCtr="0">
            <a:normAutofit/>
          </a:bodyPr>
          <a:lstStyle>
            <a:lvl1pPr marL="457200" marR="0" lvl="0" indent="-393700" algn="l" rtl="0">
              <a:spcBef>
                <a:spcPts val="520"/>
              </a:spcBef>
              <a:spcAft>
                <a:spcPts val="0"/>
              </a:spcAft>
              <a:buClr>
                <a:schemeClr val="dk1"/>
              </a:buClr>
              <a:buSzPts val="2600"/>
              <a:buFont typeface="Arial"/>
              <a:buChar char="•"/>
              <a:defRPr sz="26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4pPr>
            <a:lvl5pPr marL="2286000" marR="0" lvl="4"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5pPr>
            <a:lvl6pPr marL="2743200" marR="0" lvl="5" indent="-412750" algn="l" rtl="0">
              <a:spcBef>
                <a:spcPts val="580"/>
              </a:spcBef>
              <a:spcAft>
                <a:spcPts val="0"/>
              </a:spcAft>
              <a:buClr>
                <a:schemeClr val="dk1"/>
              </a:buClr>
              <a:buSzPts val="2900"/>
              <a:buFont typeface="Arial"/>
              <a:buChar char="•"/>
              <a:defRPr sz="2900" b="0" i="0" u="none" strike="noStrike" cap="none">
                <a:solidFill>
                  <a:schemeClr val="dk1"/>
                </a:solidFill>
                <a:latin typeface="Quattrocento Sans"/>
                <a:ea typeface="Quattrocento Sans"/>
                <a:cs typeface="Quattrocento Sans"/>
                <a:sym typeface="Quattrocento Sans"/>
              </a:defRPr>
            </a:lvl6pPr>
            <a:lvl7pPr marL="3200400" marR="0" lvl="6" indent="-412750" algn="l" rtl="0">
              <a:spcBef>
                <a:spcPts val="580"/>
              </a:spcBef>
              <a:spcAft>
                <a:spcPts val="0"/>
              </a:spcAft>
              <a:buClr>
                <a:schemeClr val="dk1"/>
              </a:buClr>
              <a:buSzPts val="2900"/>
              <a:buFont typeface="Arial"/>
              <a:buChar char="•"/>
              <a:defRPr sz="2900" b="0" i="0" u="none" strike="noStrike" cap="none">
                <a:solidFill>
                  <a:schemeClr val="dk1"/>
                </a:solidFill>
                <a:latin typeface="Quattrocento Sans"/>
                <a:ea typeface="Quattrocento Sans"/>
                <a:cs typeface="Quattrocento Sans"/>
                <a:sym typeface="Quattrocento Sans"/>
              </a:defRPr>
            </a:lvl7pPr>
            <a:lvl8pPr marL="3657600" marR="0" lvl="7" indent="-412750" algn="l" rtl="0">
              <a:spcBef>
                <a:spcPts val="580"/>
              </a:spcBef>
              <a:spcAft>
                <a:spcPts val="0"/>
              </a:spcAft>
              <a:buClr>
                <a:schemeClr val="dk1"/>
              </a:buClr>
              <a:buSzPts val="2900"/>
              <a:buFont typeface="Arial"/>
              <a:buChar char="•"/>
              <a:defRPr sz="2900" b="0" i="0" u="none" strike="noStrike" cap="none">
                <a:solidFill>
                  <a:schemeClr val="dk1"/>
                </a:solidFill>
                <a:latin typeface="Quattrocento Sans"/>
                <a:ea typeface="Quattrocento Sans"/>
                <a:cs typeface="Quattrocento Sans"/>
                <a:sym typeface="Quattrocento Sans"/>
              </a:defRPr>
            </a:lvl8pPr>
            <a:lvl9pPr marL="4114800" marR="0" lvl="8" indent="-412750" algn="l" rtl="0">
              <a:spcBef>
                <a:spcPts val="580"/>
              </a:spcBef>
              <a:spcAft>
                <a:spcPts val="0"/>
              </a:spcAft>
              <a:buClr>
                <a:schemeClr val="dk1"/>
              </a:buClr>
              <a:buSzPts val="2900"/>
              <a:buFont typeface="Arial"/>
              <a:buChar char="•"/>
              <a:defRPr sz="29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21"/>
          <p:cNvSpPr txBox="1">
            <a:spLocks noGrp="1"/>
          </p:cNvSpPr>
          <p:nvPr>
            <p:ph type="dt" idx="10"/>
          </p:nvPr>
        </p:nvSpPr>
        <p:spPr>
          <a:xfrm>
            <a:off x="1020093" y="7835357"/>
            <a:ext cx="1220400" cy="295200"/>
          </a:xfrm>
          <a:prstGeom prst="rect">
            <a:avLst/>
          </a:prstGeom>
          <a:noFill/>
          <a:ln>
            <a:noFill/>
          </a:ln>
        </p:spPr>
        <p:txBody>
          <a:bodyPr spcFirstLastPara="1" wrap="square" lIns="130625" tIns="65300" rIns="130625" bIns="65300" anchor="ctr" anchorCtr="0">
            <a:noAutofit/>
          </a:bodyPr>
          <a:lstStyle>
            <a:lvl1pPr marR="0" lvl="0" algn="ctr" rtl="0">
              <a:spcBef>
                <a:spcPts val="0"/>
              </a:spcBef>
              <a:spcAft>
                <a:spcPts val="0"/>
              </a:spcAft>
              <a:buSzPts val="1400"/>
              <a:buNone/>
              <a:defRPr sz="1400" b="0" i="0" u="none" strike="noStrike" cap="none">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21"/>
          <p:cNvSpPr txBox="1">
            <a:spLocks noGrp="1"/>
          </p:cNvSpPr>
          <p:nvPr>
            <p:ph type="ftr" idx="11"/>
          </p:nvPr>
        </p:nvSpPr>
        <p:spPr>
          <a:xfrm>
            <a:off x="2449972" y="7835357"/>
            <a:ext cx="10944000" cy="295200"/>
          </a:xfrm>
          <a:prstGeom prst="rect">
            <a:avLst/>
          </a:prstGeom>
          <a:noFill/>
          <a:ln>
            <a:noFill/>
          </a:ln>
        </p:spPr>
        <p:txBody>
          <a:bodyPr spcFirstLastPara="1" wrap="square" lIns="130625" tIns="65300" rIns="130625" bIns="65300" anchor="ctr" anchorCtr="0">
            <a:noAutofit/>
          </a:bodyPr>
          <a:lstStyle>
            <a:lvl1pPr marR="0" lvl="0" algn="ctr" rtl="0">
              <a:spcBef>
                <a:spcPts val="0"/>
              </a:spcBef>
              <a:spcAft>
                <a:spcPts val="0"/>
              </a:spcAft>
              <a:buSzPts val="1400"/>
              <a:buNone/>
              <a:defRPr sz="1400" b="0" i="0" u="none" strike="noStrike" cap="none">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6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21"/>
          <p:cNvSpPr txBox="1">
            <a:spLocks noGrp="1"/>
          </p:cNvSpPr>
          <p:nvPr>
            <p:ph type="sldNum" idx="12"/>
          </p:nvPr>
        </p:nvSpPr>
        <p:spPr>
          <a:xfrm>
            <a:off x="202214" y="7835357"/>
            <a:ext cx="608400" cy="295200"/>
          </a:xfrm>
          <a:prstGeom prst="rect">
            <a:avLst/>
          </a:prstGeom>
          <a:noFill/>
          <a:ln>
            <a:noFill/>
          </a:ln>
        </p:spPr>
        <p:txBody>
          <a:bodyPr spcFirstLastPara="1" wrap="square" lIns="130625" tIns="65300" rIns="130625" bIns="65300" anchor="ctr" anchorCtr="0">
            <a:noAutofit/>
          </a:bodyPr>
          <a:lstStyle>
            <a:lvl1pPr marL="0" marR="0" lvl="0"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1pPr>
            <a:lvl2pPr marL="0" marR="0" lvl="1"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2pPr>
            <a:lvl3pPr marL="0" marR="0" lvl="2"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3pPr>
            <a:lvl4pPr marL="0" marR="0" lvl="3"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4pPr>
            <a:lvl5pPr marL="0" marR="0" lvl="4"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5pPr>
            <a:lvl6pPr marL="0" marR="0" lvl="5"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6pPr>
            <a:lvl7pPr marL="0" marR="0" lvl="6"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7pPr>
            <a:lvl8pPr marL="0" marR="0" lvl="7"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8pPr>
            <a:lvl9pPr marL="0" marR="0" lvl="8" indent="0" algn="ctr" rtl="0">
              <a:spcBef>
                <a:spcPts val="0"/>
              </a:spcBef>
              <a:buNone/>
              <a:defRPr sz="1400" b="0"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08158784"/>
      </p:ext>
    </p:extLst>
  </p:cSld>
  <p:clrMap bg1="lt1" tx1="dk1" bg2="dk2" tx2="lt2" accent1="accent1" accent2="accent2" accent3="accent3" accent4="accent4" accent5="accent5" accent6="accent6" hlink="hlink" folHlink="folHlink"/>
  <p:sldLayoutIdLst>
    <p:sldLayoutId id="2147483717" r:id="rId1"/>
    <p:sldLayoutId id="2147483720" r:id="rId2"/>
    <p:sldLayoutId id="2147483707" r:id="rId3"/>
    <p:sldLayoutId id="2147483718" r:id="rId4"/>
    <p:sldLayoutId id="2147483709" r:id="rId5"/>
    <p:sldLayoutId id="2147483710" r:id="rId6"/>
    <p:sldLayoutId id="2147483711" r:id="rId7"/>
    <p:sldLayoutId id="2147483712" r:id="rId8"/>
    <p:sldLayoutId id="2147483715" r:id="rId9"/>
    <p:sldLayoutId id="2147483721" r:id="rId10"/>
    <p:sldLayoutId id="214748372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27A_0.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A94A96-F9FB-38EF-29F7-DD453422B5EE}"/>
              </a:ext>
            </a:extLst>
          </p:cNvPr>
          <p:cNvSpPr>
            <a:spLocks noGrp="1"/>
          </p:cNvSpPr>
          <p:nvPr>
            <p:ph type="title"/>
          </p:nvPr>
        </p:nvSpPr>
        <p:spPr/>
        <p:txBody>
          <a:bodyPr/>
          <a:lstStyle/>
          <a:p>
            <a:r>
              <a:t>Fieldpiece Warranty Management Portal</a:t>
            </a:r>
          </a:p>
        </p:txBody>
      </p:sp>
      <p:sp>
        <p:nvSpPr>
          <p:cNvPr id="5" name="Subtitle 2">
            <a:extLst>
              <a:ext uri="{FF2B5EF4-FFF2-40B4-BE49-F238E27FC236}">
                <a16:creationId xmlns:a16="http://schemas.microsoft.com/office/drawing/2014/main" id="{4807E640-9E42-002F-79A9-301E6F8E1C45}"/>
              </a:ext>
            </a:extLst>
          </p:cNvPr>
          <p:cNvSpPr txBox="1">
            <a:spLocks/>
          </p:cNvSpPr>
          <p:nvPr/>
        </p:nvSpPr>
        <p:spPr>
          <a:xfrm>
            <a:off x="615028" y="5312152"/>
            <a:ext cx="4344786"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a:defRPr sz="2100" b="1" i="1">
                <a:solidFill>
                  <a:srgbClr val="FFFFFF"/>
                </a:solidFill>
                <a:latin typeface="Calibri"/>
                <a:ea typeface="+mn-lt"/>
                <a:cs typeface="Calibri"/>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Prepared for Fieldpiece Instruments</a:t>
            </a:r>
            <a:endParaRPr lang="en-GB"/>
          </a:p>
        </p:txBody>
      </p:sp>
      <p:sp>
        <p:nvSpPr>
          <p:cNvPr id="7" name="Google Shape;179;p1">
            <a:extLst>
              <a:ext uri="{FF2B5EF4-FFF2-40B4-BE49-F238E27FC236}">
                <a16:creationId xmlns:a16="http://schemas.microsoft.com/office/drawing/2014/main" id="{71E64A35-A227-4790-7884-5CDDC5288CC1}"/>
              </a:ext>
            </a:extLst>
          </p:cNvPr>
          <p:cNvSpPr txBox="1">
            <a:spLocks/>
          </p:cNvSpPr>
          <p:nvPr/>
        </p:nvSpPr>
        <p:spPr>
          <a:xfrm>
            <a:off x="669457" y="7453508"/>
            <a:ext cx="2742968" cy="291479"/>
          </a:xfrm>
          <a:prstGeom prst="rect">
            <a:avLst/>
          </a:prstGeom>
          <a:noFill/>
          <a:ln>
            <a:noFill/>
          </a:ln>
        </p:spPr>
        <p:txBody>
          <a:bodyPr spcFirstLastPara="1" wrap="square" lIns="91420" tIns="45700" rIns="91420"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761878">
              <a:defRPr/>
            </a:pPr>
            <a:fld id="{C6D039C3-2124-48AA-A856-A92BDA43FF6B}" type="datetime3">
              <a:rPr lang="en-IN" sz="2100" b="1" kern="0">
                <a:solidFill>
                  <a:srgbClr val="FFFFFF"/>
                </a:solidFill>
                <a:latin typeface="Calibri" panose="020F0502020204030204" pitchFamily="34" charset="0"/>
                <a:cs typeface="Calibri" panose="020F0502020204030204" pitchFamily="34" charset="0"/>
              </a:rPr>
              <a:pPr algn="l" defTabSz="761878">
                <a:defRPr/>
              </a:pPr>
              <a:t>6 October 2026</a:t>
            </a:fld>
            <a:endParaRPr lang="en-IN" sz="2100" kern="0">
              <a:solidFill>
                <a:srgbClr val="FFFFFF"/>
              </a:solidFill>
              <a:latin typeface="Calibri" panose="020F0502020204030204" pitchFamily="34" charset="0"/>
              <a:ea typeface="Calibri"/>
              <a:cs typeface="Calibri" panose="020F0502020204030204" pitchFamily="34" charset="0"/>
              <a:sym typeface="Calibri"/>
            </a:endParaRPr>
          </a:p>
        </p:txBody>
      </p:sp>
    </p:spTree>
    <p:extLst>
      <p:ext uri="{BB962C8B-B14F-4D97-AF65-F5344CB8AC3E}">
        <p14:creationId xmlns:p14="http://schemas.microsoft.com/office/powerpoint/2010/main" val="227902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Agenda</a:t>
            </a:r>
          </a:p>
        </p:txBody>
      </p:sp>
      <p:sp>
        <p:nvSpPr>
          <p:cNvPr id="4" name="Agenda 01"/>
          <p:cNvSpPr/>
          <p:nvPr/>
        </p:nvSpPr>
        <p:spPr>
          <a:xfrm>
            <a:off x="548640" y="1737360"/>
            <a:ext cx="3177540" cy="365760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2103120"/>
            <a:ext cx="2537460" cy="822960"/>
          </a:xfrm>
          <a:prstGeom prst="rect">
            <a:avLst/>
          </a:prstGeom>
          <a:noFill/>
        </p:spPr>
        <p:txBody>
          <a:bodyPr wrap="square" lIns="0" tIns="0" rIns="0" bIns="0" anchor="t">
            <a:spAutoFit/>
          </a:bodyPr>
          <a:lstStyle/>
          <a:p>
            <a:pPr algn="l">
              <a:lnSpc>
                <a:spcPct val="94000"/>
              </a:lnSpc>
            </a:pPr>
            <a:r>
              <a:rPr sz="4400" b="1" i="0">
                <a:solidFill>
                  <a:srgbClr val="0089CF"/>
                </a:solidFill>
                <a:latin typeface="Calibri"/>
              </a:rPr>
              <a:t>01</a:t>
            </a:r>
          </a:p>
        </p:txBody>
      </p:sp>
      <p:sp>
        <p:nvSpPr>
          <p:cNvPr id="6" name="TextBox 5"/>
          <p:cNvSpPr txBox="1"/>
          <p:nvPr/>
        </p:nvSpPr>
        <p:spPr>
          <a:xfrm>
            <a:off x="868680" y="3108960"/>
            <a:ext cx="2537460" cy="289310"/>
          </a:xfrm>
          <a:prstGeom prst="rect">
            <a:avLst/>
          </a:prstGeom>
          <a:noFill/>
        </p:spPr>
        <p:txBody>
          <a:bodyPr wrap="square" lIns="0" tIns="0" rIns="0" bIns="0" anchor="t">
            <a:spAutoFit/>
          </a:bodyPr>
          <a:lstStyle/>
          <a:p>
            <a:pPr algn="l">
              <a:lnSpc>
                <a:spcPct val="94000"/>
              </a:lnSpc>
            </a:pPr>
            <a:r>
              <a:rPr lang="en-US" sz="2000" b="1">
                <a:solidFill>
                  <a:srgbClr val="002060"/>
                </a:solidFill>
                <a:latin typeface="Calibri"/>
                <a:ea typeface="Calibri"/>
                <a:cs typeface="Calibri"/>
              </a:rPr>
              <a:t>Supported Features</a:t>
            </a:r>
            <a:endParaRPr lang="en-US"/>
          </a:p>
        </p:txBody>
      </p:sp>
      <p:sp>
        <p:nvSpPr>
          <p:cNvPr id="8" name="Agenda 02"/>
          <p:cNvSpPr/>
          <p:nvPr/>
        </p:nvSpPr>
        <p:spPr>
          <a:xfrm>
            <a:off x="4000500" y="1737360"/>
            <a:ext cx="3177540" cy="365760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320540" y="2103120"/>
            <a:ext cx="2537460" cy="822960"/>
          </a:xfrm>
          <a:prstGeom prst="rect">
            <a:avLst/>
          </a:prstGeom>
          <a:noFill/>
        </p:spPr>
        <p:txBody>
          <a:bodyPr wrap="square" lIns="0" tIns="0" rIns="0" bIns="0" anchor="t">
            <a:spAutoFit/>
          </a:bodyPr>
          <a:lstStyle/>
          <a:p>
            <a:pPr algn="l">
              <a:lnSpc>
                <a:spcPct val="94000"/>
              </a:lnSpc>
            </a:pPr>
            <a:r>
              <a:rPr sz="4400" b="1" i="0">
                <a:solidFill>
                  <a:srgbClr val="0089CF"/>
                </a:solidFill>
                <a:latin typeface="Calibri"/>
              </a:rPr>
              <a:t>02</a:t>
            </a:r>
          </a:p>
        </p:txBody>
      </p:sp>
      <p:sp>
        <p:nvSpPr>
          <p:cNvPr id="10" name="TextBox 9"/>
          <p:cNvSpPr txBox="1"/>
          <p:nvPr/>
        </p:nvSpPr>
        <p:spPr>
          <a:xfrm>
            <a:off x="4320540" y="3108960"/>
            <a:ext cx="2537460" cy="289310"/>
          </a:xfrm>
          <a:prstGeom prst="rect">
            <a:avLst/>
          </a:prstGeom>
          <a:noFill/>
        </p:spPr>
        <p:txBody>
          <a:bodyPr wrap="square" lIns="0" tIns="0" rIns="0" bIns="0" anchor="t">
            <a:spAutoFit/>
          </a:bodyPr>
          <a:lstStyle/>
          <a:p>
            <a:pPr>
              <a:lnSpc>
                <a:spcPct val="94000"/>
              </a:lnSpc>
            </a:pPr>
            <a:r>
              <a:rPr lang="en-US" sz="2000" b="1">
                <a:solidFill>
                  <a:srgbClr val="002060"/>
                </a:solidFill>
                <a:latin typeface="Calibri"/>
                <a:ea typeface="Calibri"/>
                <a:cs typeface="Calibri"/>
              </a:rPr>
              <a:t>User Access Matrix</a:t>
            </a:r>
          </a:p>
        </p:txBody>
      </p:sp>
      <p:sp>
        <p:nvSpPr>
          <p:cNvPr id="12" name="Agenda 03"/>
          <p:cNvSpPr/>
          <p:nvPr/>
        </p:nvSpPr>
        <p:spPr>
          <a:xfrm>
            <a:off x="7452360" y="1737360"/>
            <a:ext cx="3177540" cy="365760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72400" y="2103120"/>
            <a:ext cx="2537460" cy="822960"/>
          </a:xfrm>
          <a:prstGeom prst="rect">
            <a:avLst/>
          </a:prstGeom>
          <a:noFill/>
        </p:spPr>
        <p:txBody>
          <a:bodyPr wrap="square" lIns="0" tIns="0" rIns="0" bIns="0" anchor="t">
            <a:spAutoFit/>
          </a:bodyPr>
          <a:lstStyle/>
          <a:p>
            <a:pPr algn="l">
              <a:lnSpc>
                <a:spcPct val="94000"/>
              </a:lnSpc>
            </a:pPr>
            <a:r>
              <a:rPr sz="4400" b="1" i="0">
                <a:solidFill>
                  <a:srgbClr val="0089CF"/>
                </a:solidFill>
                <a:latin typeface="Calibri"/>
              </a:rPr>
              <a:t>03</a:t>
            </a:r>
          </a:p>
        </p:txBody>
      </p:sp>
      <p:sp>
        <p:nvSpPr>
          <p:cNvPr id="14" name="TextBox 13"/>
          <p:cNvSpPr txBox="1"/>
          <p:nvPr/>
        </p:nvSpPr>
        <p:spPr>
          <a:xfrm>
            <a:off x="7772400" y="3108960"/>
            <a:ext cx="2537460" cy="578620"/>
          </a:xfrm>
          <a:prstGeom prst="rect">
            <a:avLst/>
          </a:prstGeom>
          <a:noFill/>
        </p:spPr>
        <p:txBody>
          <a:bodyPr wrap="square" lIns="0" tIns="0" rIns="0" bIns="0" anchor="t">
            <a:spAutoFit/>
          </a:bodyPr>
          <a:lstStyle/>
          <a:p>
            <a:pPr>
              <a:lnSpc>
                <a:spcPct val="94000"/>
              </a:lnSpc>
            </a:pPr>
            <a:r>
              <a:rPr lang="en-US" sz="2000" b="1">
                <a:solidFill>
                  <a:srgbClr val="002060"/>
                </a:solidFill>
                <a:latin typeface="Calibri"/>
                <a:ea typeface="Calibri"/>
                <a:cs typeface="Calibri"/>
              </a:rPr>
              <a:t>Workflows Overview</a:t>
            </a:r>
          </a:p>
          <a:p>
            <a:pPr algn="l">
              <a:lnSpc>
                <a:spcPct val="94000"/>
              </a:lnSpc>
            </a:pPr>
            <a:endParaRPr lang="en-US" sz="2000" b="1" i="0">
              <a:solidFill>
                <a:srgbClr val="002060"/>
              </a:solidFill>
              <a:latin typeface="Calibri"/>
            </a:endParaRPr>
          </a:p>
        </p:txBody>
      </p:sp>
      <p:sp>
        <p:nvSpPr>
          <p:cNvPr id="16" name="Agenda 04"/>
          <p:cNvSpPr/>
          <p:nvPr/>
        </p:nvSpPr>
        <p:spPr>
          <a:xfrm>
            <a:off x="10904219" y="1737360"/>
            <a:ext cx="3177540" cy="365760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224259" y="2103120"/>
            <a:ext cx="2537460" cy="822960"/>
          </a:xfrm>
          <a:prstGeom prst="rect">
            <a:avLst/>
          </a:prstGeom>
          <a:noFill/>
        </p:spPr>
        <p:txBody>
          <a:bodyPr wrap="square" lIns="0" tIns="0" rIns="0" bIns="0" anchor="t">
            <a:spAutoFit/>
          </a:bodyPr>
          <a:lstStyle/>
          <a:p>
            <a:pPr algn="l">
              <a:lnSpc>
                <a:spcPct val="94000"/>
              </a:lnSpc>
            </a:pPr>
            <a:r>
              <a:rPr sz="4400" b="1" i="0">
                <a:solidFill>
                  <a:srgbClr val="0089CF"/>
                </a:solidFill>
                <a:latin typeface="Calibri"/>
              </a:rPr>
              <a:t>04</a:t>
            </a:r>
          </a:p>
        </p:txBody>
      </p:sp>
      <p:sp>
        <p:nvSpPr>
          <p:cNvPr id="18" name="TextBox 17"/>
          <p:cNvSpPr txBox="1"/>
          <p:nvPr/>
        </p:nvSpPr>
        <p:spPr>
          <a:xfrm>
            <a:off x="11224259" y="3108960"/>
            <a:ext cx="2537460" cy="289310"/>
          </a:xfrm>
          <a:prstGeom prst="rect">
            <a:avLst/>
          </a:prstGeom>
          <a:noFill/>
        </p:spPr>
        <p:txBody>
          <a:bodyPr wrap="square" lIns="0" tIns="0" rIns="0" bIns="0" anchor="t">
            <a:spAutoFit/>
          </a:bodyPr>
          <a:lstStyle/>
          <a:p>
            <a:pPr>
              <a:lnSpc>
                <a:spcPct val="94000"/>
              </a:lnSpc>
            </a:pPr>
            <a:r>
              <a:rPr lang="en-US" sz="2000" b="1">
                <a:solidFill>
                  <a:srgbClr val="002060"/>
                </a:solidFill>
                <a:latin typeface="Calibri"/>
                <a:ea typeface="Calibri"/>
                <a:cs typeface="Calibri"/>
              </a:rPr>
              <a:t>Upcoming </a:t>
            </a:r>
            <a:r>
              <a:rPr lang="en-US" sz="2000" b="1" i="0">
                <a:solidFill>
                  <a:srgbClr val="002060"/>
                </a:solidFill>
                <a:latin typeface="Calibri"/>
                <a:ea typeface="Calibri"/>
                <a:cs typeface="Calibri"/>
              </a:rPr>
              <a:t>Roadmap</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Supported Features</a:t>
            </a:r>
          </a:p>
        </p:txBody>
      </p:sp>
      <p:sp>
        <p:nvSpPr>
          <p:cNvPr id="4" name="Feature 10 ways to register"/>
          <p:cNvSpPr/>
          <p:nvPr/>
        </p:nvSpPr>
        <p:spPr>
          <a:xfrm>
            <a:off x="548640" y="1691640"/>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777240" y="1920240"/>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01</a:t>
            </a:r>
          </a:p>
        </p:txBody>
      </p:sp>
      <p:sp>
        <p:nvSpPr>
          <p:cNvPr id="6" name="TextBox 5"/>
          <p:cNvSpPr txBox="1"/>
          <p:nvPr/>
        </p:nvSpPr>
        <p:spPr>
          <a:xfrm>
            <a:off x="1325880" y="1941663"/>
            <a:ext cx="3322320" cy="231474"/>
          </a:xfrm>
          <a:prstGeom prst="rect">
            <a:avLst/>
          </a:prstGeom>
          <a:noFill/>
        </p:spPr>
        <p:txBody>
          <a:bodyPr wrap="square" lIns="0" tIns="0" rIns="0" bIns="0" anchor="ctr">
            <a:spAutoFit/>
          </a:bodyPr>
          <a:lstStyle/>
          <a:p>
            <a:pPr algn="l">
              <a:lnSpc>
                <a:spcPct val="94000"/>
              </a:lnSpc>
            </a:pPr>
            <a:r>
              <a:rPr lang="en-US" sz="1600" b="1" i="0">
                <a:solidFill>
                  <a:srgbClr val="002060"/>
                </a:solidFill>
                <a:latin typeface="Calibri"/>
              </a:rPr>
              <a:t>W</a:t>
            </a:r>
            <a:r>
              <a:rPr sz="1600" b="1" i="0">
                <a:solidFill>
                  <a:srgbClr val="002060"/>
                </a:solidFill>
                <a:latin typeface="Calibri"/>
              </a:rPr>
              <a:t>ays to register</a:t>
            </a:r>
          </a:p>
        </p:txBody>
      </p:sp>
      <p:sp>
        <p:nvSpPr>
          <p:cNvPr id="7" name="TextBox 6"/>
          <p:cNvSpPr txBox="1"/>
          <p:nvPr/>
        </p:nvSpPr>
        <p:spPr>
          <a:xfrm>
            <a:off x="777240" y="2350008"/>
            <a:ext cx="3870960" cy="809965"/>
          </a:xfrm>
          <a:prstGeom prst="rect">
            <a:avLst/>
          </a:prstGeom>
          <a:noFill/>
        </p:spPr>
        <p:txBody>
          <a:bodyPr wrap="square" lIns="0" tIns="0" rIns="0" bIns="0" anchor="t">
            <a:spAutoFit/>
          </a:bodyPr>
          <a:lstStyle/>
          <a:p>
            <a:pPr>
              <a:lnSpc>
                <a:spcPct val="94000"/>
              </a:lnSpc>
            </a:pPr>
            <a:r>
              <a:rPr lang="en-US" sz="1400" b="0" i="0">
                <a:solidFill>
                  <a:srgbClr val="595959"/>
                </a:solidFill>
                <a:latin typeface="Calibri"/>
                <a:ea typeface="Calibri"/>
                <a:cs typeface="Calibri"/>
              </a:rPr>
              <a:t>Dealer </a:t>
            </a:r>
            <a:r>
              <a:rPr lang="en-US">
                <a:solidFill>
                  <a:srgbClr val="595959"/>
                </a:solidFill>
                <a:latin typeface="Calibri"/>
                <a:ea typeface="Calibri"/>
                <a:cs typeface="Calibri"/>
              </a:rPr>
              <a:t>portal, Bulk</a:t>
            </a:r>
            <a:r>
              <a:rPr lang="en-US" sz="1400" b="0" i="0">
                <a:solidFill>
                  <a:srgbClr val="595959"/>
                </a:solidFill>
                <a:latin typeface="Calibri"/>
                <a:ea typeface="Calibri"/>
                <a:cs typeface="Calibri"/>
              </a:rPr>
              <a:t> Excel/CSV,</a:t>
            </a:r>
            <a:r>
              <a:rPr lang="en-US">
                <a:solidFill>
                  <a:srgbClr val="595959"/>
                </a:solidFill>
                <a:latin typeface="Calibri"/>
                <a:ea typeface="Calibri"/>
                <a:cs typeface="Calibri"/>
              </a:rPr>
              <a:t> Customer </a:t>
            </a:r>
            <a:r>
              <a:rPr lang="en-US" sz="1400" b="0" i="0">
                <a:solidFill>
                  <a:srgbClr val="595959"/>
                </a:solidFill>
                <a:latin typeface="Calibri"/>
                <a:ea typeface="Calibri"/>
                <a:cs typeface="Calibri"/>
              </a:rPr>
              <a:t>portal</a:t>
            </a:r>
            <a:r>
              <a:rPr lang="en-US">
                <a:solidFill>
                  <a:srgbClr val="595959"/>
                </a:solidFill>
                <a:latin typeface="Calibri"/>
                <a:ea typeface="Calibri"/>
                <a:cs typeface="Calibri"/>
              </a:rPr>
              <a:t>, Web</a:t>
            </a:r>
            <a:r>
              <a:rPr lang="en-US" sz="1400" b="0" i="0">
                <a:solidFill>
                  <a:srgbClr val="595959"/>
                </a:solidFill>
                <a:latin typeface="Calibri"/>
                <a:ea typeface="Calibri"/>
                <a:cs typeface="Calibri"/>
              </a:rPr>
              <a:t> form</a:t>
            </a:r>
            <a:r>
              <a:rPr lang="en-US">
                <a:solidFill>
                  <a:srgbClr val="595959"/>
                </a:solidFill>
                <a:latin typeface="Calibri"/>
                <a:ea typeface="Calibri"/>
                <a:cs typeface="Calibri"/>
              </a:rPr>
              <a:t>, </a:t>
            </a:r>
            <a:r>
              <a:rPr lang="en-US" sz="1400" b="0" i="0">
                <a:solidFill>
                  <a:srgbClr val="595959"/>
                </a:solidFill>
                <a:latin typeface="Calibri"/>
                <a:ea typeface="Calibri"/>
                <a:cs typeface="Calibri"/>
              </a:rPr>
              <a:t>email</a:t>
            </a:r>
            <a:r>
              <a:rPr lang="en-US">
                <a:solidFill>
                  <a:srgbClr val="595959"/>
                </a:solidFill>
                <a:latin typeface="Calibri"/>
                <a:ea typeface="Calibri"/>
                <a:cs typeface="Calibri"/>
              </a:rPr>
              <a:t>, </a:t>
            </a:r>
            <a:r>
              <a:rPr lang="en-US" sz="1400" b="0" i="0">
                <a:solidFill>
                  <a:srgbClr val="595959"/>
                </a:solidFill>
                <a:latin typeface="Calibri"/>
                <a:ea typeface="Calibri"/>
                <a:cs typeface="Calibri"/>
              </a:rPr>
              <a:t>distributor ERP</a:t>
            </a:r>
            <a:r>
              <a:rPr lang="en-US">
                <a:solidFill>
                  <a:srgbClr val="595959"/>
                </a:solidFill>
                <a:latin typeface="Calibri"/>
                <a:ea typeface="Calibri"/>
                <a:cs typeface="Calibri"/>
              </a:rPr>
              <a:t>, </a:t>
            </a:r>
            <a:r>
              <a:rPr lang="en-US" sz="1400" b="0" i="0">
                <a:solidFill>
                  <a:srgbClr val="595959"/>
                </a:solidFill>
                <a:latin typeface="Calibri"/>
                <a:ea typeface="Calibri"/>
                <a:cs typeface="Calibri"/>
              </a:rPr>
              <a:t>partner API</a:t>
            </a:r>
            <a:r>
              <a:rPr lang="en-US">
                <a:solidFill>
                  <a:srgbClr val="595959"/>
                </a:solidFill>
                <a:latin typeface="Calibri"/>
                <a:ea typeface="Calibri"/>
                <a:cs typeface="Calibri"/>
              </a:rPr>
              <a:t>, marketplace, Overwatch and Job </a:t>
            </a:r>
            <a:r>
              <a:rPr lang="en-US" sz="1400" b="0" i="0">
                <a:solidFill>
                  <a:srgbClr val="595959"/>
                </a:solidFill>
                <a:latin typeface="Calibri"/>
                <a:ea typeface="Calibri"/>
                <a:cs typeface="Calibri"/>
              </a:rPr>
              <a:t>Link.</a:t>
            </a:r>
            <a:endParaRPr lang="en-US"/>
          </a:p>
          <a:p>
            <a:pPr>
              <a:lnSpc>
                <a:spcPct val="94000"/>
              </a:lnSpc>
            </a:pPr>
            <a:endParaRPr lang="en-US">
              <a:solidFill>
                <a:srgbClr val="595959"/>
              </a:solidFill>
              <a:latin typeface="Calibri"/>
            </a:endParaRPr>
          </a:p>
        </p:txBody>
      </p:sp>
      <p:sp>
        <p:nvSpPr>
          <p:cNvPr id="8" name="Feature Smart data entry"/>
          <p:cNvSpPr/>
          <p:nvPr/>
        </p:nvSpPr>
        <p:spPr>
          <a:xfrm>
            <a:off x="5151120" y="1691640"/>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5379720" y="1920240"/>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02</a:t>
            </a:r>
          </a:p>
        </p:txBody>
      </p:sp>
      <p:sp>
        <p:nvSpPr>
          <p:cNvPr id="10" name="TextBox 9"/>
          <p:cNvSpPr txBox="1"/>
          <p:nvPr/>
        </p:nvSpPr>
        <p:spPr>
          <a:xfrm>
            <a:off x="5928359" y="1892808"/>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Smart data entry</a:t>
            </a:r>
          </a:p>
        </p:txBody>
      </p:sp>
      <p:sp>
        <p:nvSpPr>
          <p:cNvPr id="11" name="TextBox 10"/>
          <p:cNvSpPr txBox="1"/>
          <p:nvPr/>
        </p:nvSpPr>
        <p:spPr>
          <a:xfrm>
            <a:off x="5379720" y="2350008"/>
            <a:ext cx="3870960" cy="607474"/>
          </a:xfrm>
          <a:prstGeom prst="rect">
            <a:avLst/>
          </a:prstGeom>
          <a:noFill/>
        </p:spPr>
        <p:txBody>
          <a:bodyPr wrap="square" lIns="0" tIns="0" rIns="0" bIns="0" anchor="t">
            <a:spAutoFit/>
          </a:bodyPr>
          <a:lstStyle/>
          <a:p>
            <a:pPr>
              <a:lnSpc>
                <a:spcPct val="94000"/>
              </a:lnSpc>
            </a:pPr>
            <a:r>
              <a:rPr sz="1400" b="0" i="0">
                <a:solidFill>
                  <a:srgbClr val="595959"/>
                </a:solidFill>
                <a:latin typeface="Calibri"/>
              </a:rPr>
              <a:t>Scan the QR label, type a serial or drop a receipt</a:t>
            </a:r>
            <a:r>
              <a:rPr lang="en-US">
                <a:solidFill>
                  <a:srgbClr val="595959"/>
                </a:solidFill>
                <a:latin typeface="Calibri"/>
              </a:rPr>
              <a:t> then </a:t>
            </a:r>
            <a:r>
              <a:rPr sz="1400" b="0" i="0">
                <a:solidFill>
                  <a:srgbClr val="595959"/>
                </a:solidFill>
                <a:latin typeface="Calibri"/>
              </a:rPr>
              <a:t>model, batch, dates and </a:t>
            </a:r>
            <a:r>
              <a:rPr lang="en-US">
                <a:solidFill>
                  <a:srgbClr val="595959"/>
                </a:solidFill>
                <a:latin typeface="Calibri"/>
              </a:rPr>
              <a:t>customer</a:t>
            </a:r>
            <a:r>
              <a:rPr lang="en-US" sz="1400" b="0" i="0">
                <a:solidFill>
                  <a:srgbClr val="595959"/>
                </a:solidFill>
                <a:latin typeface="Calibri"/>
              </a:rPr>
              <a:t> </a:t>
            </a:r>
            <a:r>
              <a:rPr lang="en-US">
                <a:solidFill>
                  <a:srgbClr val="595959"/>
                </a:solidFill>
                <a:latin typeface="Calibri"/>
              </a:rPr>
              <a:t>details </a:t>
            </a:r>
            <a:r>
              <a:rPr sz="1400" b="0" i="0">
                <a:solidFill>
                  <a:srgbClr val="595959"/>
                </a:solidFill>
                <a:latin typeface="Calibri"/>
              </a:rPr>
              <a:t>fill in automatically.</a:t>
            </a:r>
            <a:endParaRPr lang="en-IN" sz="1400" b="0" i="0">
              <a:solidFill>
                <a:srgbClr val="595959"/>
              </a:solidFill>
              <a:latin typeface="Calibri"/>
            </a:endParaRPr>
          </a:p>
        </p:txBody>
      </p:sp>
      <p:sp>
        <p:nvSpPr>
          <p:cNvPr id="12" name="Feature Warranty lifecycle"/>
          <p:cNvSpPr/>
          <p:nvPr/>
        </p:nvSpPr>
        <p:spPr>
          <a:xfrm>
            <a:off x="9753600" y="1691640"/>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9982200" y="1920240"/>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03</a:t>
            </a:r>
          </a:p>
        </p:txBody>
      </p:sp>
      <p:sp>
        <p:nvSpPr>
          <p:cNvPr id="14" name="TextBox 13"/>
          <p:cNvSpPr txBox="1"/>
          <p:nvPr/>
        </p:nvSpPr>
        <p:spPr>
          <a:xfrm>
            <a:off x="10530840" y="1892808"/>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Warranty lifecycle</a:t>
            </a:r>
          </a:p>
        </p:txBody>
      </p:sp>
      <p:sp>
        <p:nvSpPr>
          <p:cNvPr id="15" name="TextBox 14"/>
          <p:cNvSpPr txBox="1"/>
          <p:nvPr/>
        </p:nvSpPr>
        <p:spPr>
          <a:xfrm>
            <a:off x="9982200" y="2350008"/>
            <a:ext cx="387096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Live status and countdown, certificate PDF, void with reason</a:t>
            </a:r>
            <a:r>
              <a:rPr lang="en-US">
                <a:solidFill>
                  <a:srgbClr val="595959"/>
                </a:solidFill>
                <a:latin typeface="Calibri"/>
              </a:rPr>
              <a:t>,</a:t>
            </a:r>
            <a:r>
              <a:rPr sz="1400" b="0" i="0">
                <a:solidFill>
                  <a:srgbClr val="595959"/>
                </a:solidFill>
                <a:latin typeface="Calibri"/>
              </a:rPr>
              <a:t> a replacement carries the warranty.</a:t>
            </a:r>
          </a:p>
        </p:txBody>
      </p:sp>
      <p:sp>
        <p:nvSpPr>
          <p:cNvPr id="16" name="Feature Claims workflow"/>
          <p:cNvSpPr/>
          <p:nvPr/>
        </p:nvSpPr>
        <p:spPr>
          <a:xfrm>
            <a:off x="548640" y="3675887"/>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77240" y="3904487"/>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04</a:t>
            </a:r>
          </a:p>
        </p:txBody>
      </p:sp>
      <p:sp>
        <p:nvSpPr>
          <p:cNvPr id="18" name="TextBox 17"/>
          <p:cNvSpPr txBox="1"/>
          <p:nvPr/>
        </p:nvSpPr>
        <p:spPr>
          <a:xfrm>
            <a:off x="1325880" y="3877055"/>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Claims workflow</a:t>
            </a:r>
          </a:p>
        </p:txBody>
      </p:sp>
      <p:sp>
        <p:nvSpPr>
          <p:cNvPr id="19" name="TextBox 18"/>
          <p:cNvSpPr txBox="1"/>
          <p:nvPr/>
        </p:nvSpPr>
        <p:spPr>
          <a:xfrm>
            <a:off x="777240" y="4334255"/>
            <a:ext cx="387096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Coverage </a:t>
            </a:r>
            <a:r>
              <a:rPr lang="en-US" sz="1400" b="0" i="0" err="1">
                <a:solidFill>
                  <a:srgbClr val="595959"/>
                </a:solidFill>
                <a:latin typeface="Calibri"/>
              </a:rPr>
              <a:t>coverage</a:t>
            </a:r>
            <a:r>
              <a:rPr lang="en-US">
                <a:solidFill>
                  <a:srgbClr val="595959"/>
                </a:solidFill>
                <a:latin typeface="Calibri"/>
              </a:rPr>
              <a:t>,</a:t>
            </a:r>
            <a:r>
              <a:rPr lang="en-US" sz="1400" b="0" i="0">
                <a:solidFill>
                  <a:srgbClr val="595959"/>
                </a:solidFill>
                <a:latin typeface="Calibri"/>
              </a:rPr>
              <a:t> </a:t>
            </a:r>
            <a:r>
              <a:rPr sz="1400" b="0" i="0">
                <a:solidFill>
                  <a:srgbClr val="595959"/>
                </a:solidFill>
                <a:latin typeface="Calibri"/>
              </a:rPr>
              <a:t>review, approve as repair, replacement or credit.</a:t>
            </a:r>
          </a:p>
        </p:txBody>
      </p:sp>
      <p:sp>
        <p:nvSpPr>
          <p:cNvPr id="20" name="Feature Extended warranty"/>
          <p:cNvSpPr/>
          <p:nvPr/>
        </p:nvSpPr>
        <p:spPr>
          <a:xfrm>
            <a:off x="5151120" y="3675887"/>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379720" y="3904487"/>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05</a:t>
            </a:r>
          </a:p>
        </p:txBody>
      </p:sp>
      <p:sp>
        <p:nvSpPr>
          <p:cNvPr id="22" name="TextBox 21"/>
          <p:cNvSpPr txBox="1"/>
          <p:nvPr/>
        </p:nvSpPr>
        <p:spPr>
          <a:xfrm>
            <a:off x="5928359" y="3877055"/>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Extended warranty</a:t>
            </a:r>
          </a:p>
        </p:txBody>
      </p:sp>
      <p:sp>
        <p:nvSpPr>
          <p:cNvPr id="23" name="TextBox 22"/>
          <p:cNvSpPr txBox="1"/>
          <p:nvPr/>
        </p:nvSpPr>
        <p:spPr>
          <a:xfrm>
            <a:off x="5379720" y="4334255"/>
            <a:ext cx="3870960" cy="1005840"/>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12/24/36-month plans priced from list price, sold by dealers or bought by customers.</a:t>
            </a:r>
          </a:p>
        </p:txBody>
      </p:sp>
      <p:sp>
        <p:nvSpPr>
          <p:cNvPr id="24" name="Feature Finance and quota"/>
          <p:cNvSpPr/>
          <p:nvPr/>
        </p:nvSpPr>
        <p:spPr>
          <a:xfrm>
            <a:off x="9753600" y="3675887"/>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9982200" y="3904487"/>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06</a:t>
            </a:r>
          </a:p>
        </p:txBody>
      </p:sp>
      <p:sp>
        <p:nvSpPr>
          <p:cNvPr id="26" name="TextBox 25"/>
          <p:cNvSpPr txBox="1"/>
          <p:nvPr/>
        </p:nvSpPr>
        <p:spPr>
          <a:xfrm>
            <a:off x="10530840" y="3877055"/>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Finance and quota</a:t>
            </a:r>
          </a:p>
        </p:txBody>
      </p:sp>
      <p:sp>
        <p:nvSpPr>
          <p:cNvPr id="27" name="TextBox 26"/>
          <p:cNvSpPr txBox="1"/>
          <p:nvPr/>
        </p:nvSpPr>
        <p:spPr>
          <a:xfrm>
            <a:off x="9982200" y="4334255"/>
            <a:ext cx="387096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Budget vs claimed cost, extension revenue, per-product warranty quota with insights.</a:t>
            </a:r>
          </a:p>
        </p:txBody>
      </p:sp>
      <p:sp>
        <p:nvSpPr>
          <p:cNvPr id="28" name="Feature Role dashboards"/>
          <p:cNvSpPr/>
          <p:nvPr/>
        </p:nvSpPr>
        <p:spPr>
          <a:xfrm>
            <a:off x="548640" y="5660136"/>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777240" y="5888736"/>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07</a:t>
            </a:r>
          </a:p>
        </p:txBody>
      </p:sp>
      <p:sp>
        <p:nvSpPr>
          <p:cNvPr id="30" name="TextBox 29"/>
          <p:cNvSpPr txBox="1"/>
          <p:nvPr/>
        </p:nvSpPr>
        <p:spPr>
          <a:xfrm>
            <a:off x="1325880" y="5910158"/>
            <a:ext cx="3322320" cy="23147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Role </a:t>
            </a:r>
            <a:r>
              <a:rPr lang="en-US" sz="1600" b="1" i="0">
                <a:solidFill>
                  <a:srgbClr val="002060"/>
                </a:solidFill>
                <a:latin typeface="Calibri"/>
              </a:rPr>
              <a:t>based </a:t>
            </a:r>
            <a:r>
              <a:rPr sz="1600" b="1" i="0">
                <a:solidFill>
                  <a:srgbClr val="002060"/>
                </a:solidFill>
                <a:latin typeface="Calibri"/>
              </a:rPr>
              <a:t>dashboards</a:t>
            </a:r>
          </a:p>
        </p:txBody>
      </p:sp>
      <p:sp>
        <p:nvSpPr>
          <p:cNvPr id="31" name="TextBox 30"/>
          <p:cNvSpPr txBox="1"/>
          <p:nvPr/>
        </p:nvSpPr>
        <p:spPr>
          <a:xfrm>
            <a:off x="777240" y="6318503"/>
            <a:ext cx="3870960" cy="202491"/>
          </a:xfrm>
          <a:prstGeom prst="rect">
            <a:avLst/>
          </a:prstGeom>
          <a:noFill/>
        </p:spPr>
        <p:txBody>
          <a:bodyPr wrap="square" lIns="0" tIns="0" rIns="0" bIns="0" anchor="t">
            <a:spAutoFit/>
          </a:bodyPr>
          <a:lstStyle/>
          <a:p>
            <a:pPr>
              <a:lnSpc>
                <a:spcPct val="94000"/>
              </a:lnSpc>
            </a:pPr>
            <a:r>
              <a:rPr lang="en-US">
                <a:solidFill>
                  <a:srgbClr val="595959"/>
                </a:solidFill>
                <a:latin typeface="Calibri"/>
              </a:rPr>
              <a:t>Graphical representations</a:t>
            </a:r>
            <a:r>
              <a:rPr lang="en-US" sz="1400" b="0" i="0">
                <a:solidFill>
                  <a:srgbClr val="595959"/>
                </a:solidFill>
                <a:latin typeface="Calibri"/>
              </a:rPr>
              <a:t> with a unified view</a:t>
            </a:r>
          </a:p>
        </p:txBody>
      </p:sp>
      <p:sp>
        <p:nvSpPr>
          <p:cNvPr id="32" name="Feature Warranty Assistant"/>
          <p:cNvSpPr/>
          <p:nvPr/>
        </p:nvSpPr>
        <p:spPr>
          <a:xfrm>
            <a:off x="5151120" y="5660136"/>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5379720" y="5888736"/>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08</a:t>
            </a:r>
          </a:p>
        </p:txBody>
      </p:sp>
      <p:sp>
        <p:nvSpPr>
          <p:cNvPr id="34" name="TextBox 33"/>
          <p:cNvSpPr txBox="1"/>
          <p:nvPr/>
        </p:nvSpPr>
        <p:spPr>
          <a:xfrm>
            <a:off x="5928359" y="5861303"/>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Warranty Assistant</a:t>
            </a:r>
          </a:p>
        </p:txBody>
      </p:sp>
      <p:sp>
        <p:nvSpPr>
          <p:cNvPr id="35" name="TextBox 34"/>
          <p:cNvSpPr txBox="1"/>
          <p:nvPr/>
        </p:nvSpPr>
        <p:spPr>
          <a:xfrm>
            <a:off x="5379720" y="6318503"/>
            <a:ext cx="3870960" cy="607474"/>
          </a:xfrm>
          <a:prstGeom prst="rect">
            <a:avLst/>
          </a:prstGeom>
          <a:noFill/>
        </p:spPr>
        <p:txBody>
          <a:bodyPr wrap="square" lIns="0" tIns="0" rIns="0" bIns="0" anchor="t">
            <a:spAutoFit/>
          </a:bodyPr>
          <a:lstStyle/>
          <a:p>
            <a:pPr>
              <a:lnSpc>
                <a:spcPct val="94000"/>
              </a:lnSpc>
            </a:pPr>
            <a:r>
              <a:rPr sz="1400" b="0" i="0">
                <a:solidFill>
                  <a:srgbClr val="595959"/>
                </a:solidFill>
                <a:latin typeface="Calibri"/>
              </a:rPr>
              <a:t>AI chatbot in the portal</a:t>
            </a:r>
            <a:r>
              <a:rPr lang="en-US">
                <a:solidFill>
                  <a:srgbClr val="595959"/>
                </a:solidFill>
                <a:latin typeface="Calibri"/>
              </a:rPr>
              <a:t> helps to answer</a:t>
            </a:r>
            <a:r>
              <a:rPr lang="en-US" sz="1400" b="0" i="0">
                <a:solidFill>
                  <a:srgbClr val="595959"/>
                </a:solidFill>
                <a:latin typeface="Calibri"/>
              </a:rPr>
              <a:t> </a:t>
            </a:r>
            <a:r>
              <a:rPr sz="1400" b="0" i="0">
                <a:solidFill>
                  <a:srgbClr val="595959"/>
                </a:solidFill>
                <a:latin typeface="Calibri"/>
              </a:rPr>
              <a:t>from Fieldpiece guides, looks up the user's own products, with guardrails</a:t>
            </a:r>
            <a:r>
              <a:rPr lang="en-US">
                <a:solidFill>
                  <a:srgbClr val="595959"/>
                </a:solidFill>
                <a:latin typeface="Calibri"/>
              </a:rPr>
              <a:t> in place</a:t>
            </a:r>
            <a:r>
              <a:rPr sz="1400" b="0" i="0">
                <a:solidFill>
                  <a:srgbClr val="595959"/>
                </a:solidFill>
                <a:latin typeface="Calibri"/>
              </a:rPr>
              <a:t>.</a:t>
            </a:r>
            <a:endParaRPr lang="en-IN" sz="1400" b="0" i="0">
              <a:solidFill>
                <a:srgbClr val="595959"/>
              </a:solidFill>
              <a:latin typeface="Calibri"/>
            </a:endParaRPr>
          </a:p>
        </p:txBody>
      </p:sp>
      <p:sp>
        <p:nvSpPr>
          <p:cNvPr id="36" name="Feature Integrations and audit"/>
          <p:cNvSpPr/>
          <p:nvPr/>
        </p:nvSpPr>
        <p:spPr>
          <a:xfrm>
            <a:off x="9753600" y="5660136"/>
            <a:ext cx="4328160" cy="178308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9982200" y="5888736"/>
            <a:ext cx="420624"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09</a:t>
            </a:r>
          </a:p>
        </p:txBody>
      </p:sp>
      <p:sp>
        <p:nvSpPr>
          <p:cNvPr id="38" name="TextBox 37"/>
          <p:cNvSpPr txBox="1"/>
          <p:nvPr/>
        </p:nvSpPr>
        <p:spPr>
          <a:xfrm>
            <a:off x="10530840" y="5861303"/>
            <a:ext cx="3322320" cy="329184"/>
          </a:xfrm>
          <a:prstGeom prst="rect">
            <a:avLst/>
          </a:prstGeom>
          <a:noFill/>
        </p:spPr>
        <p:txBody>
          <a:bodyPr wrap="square" lIns="0" tIns="0" rIns="0" bIns="0" anchor="ctr">
            <a:spAutoFit/>
          </a:bodyPr>
          <a:lstStyle/>
          <a:p>
            <a:pPr algn="l">
              <a:lnSpc>
                <a:spcPct val="94000"/>
              </a:lnSpc>
            </a:pPr>
            <a:r>
              <a:rPr sz="1600" b="1" i="0">
                <a:solidFill>
                  <a:srgbClr val="002060"/>
                </a:solidFill>
                <a:latin typeface="Calibri"/>
              </a:rPr>
              <a:t>Integrations and audit</a:t>
            </a:r>
          </a:p>
        </p:txBody>
      </p:sp>
      <p:sp>
        <p:nvSpPr>
          <p:cNvPr id="39" name="TextBox 38"/>
          <p:cNvSpPr txBox="1"/>
          <p:nvPr/>
        </p:nvSpPr>
        <p:spPr>
          <a:xfrm>
            <a:off x="9982200" y="6318503"/>
            <a:ext cx="387096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ERP, email and partner intake</a:t>
            </a:r>
            <a:r>
              <a:rPr lang="en-US">
                <a:solidFill>
                  <a:srgbClr val="595959"/>
                </a:solidFill>
                <a:latin typeface="Calibri"/>
              </a:rPr>
              <a:t>,</a:t>
            </a:r>
            <a:r>
              <a:rPr lang="en-US" sz="1400" b="0" i="0">
                <a:solidFill>
                  <a:srgbClr val="595959"/>
                </a:solidFill>
                <a:latin typeface="Calibri"/>
              </a:rPr>
              <a:t> </a:t>
            </a:r>
            <a:r>
              <a:rPr sz="1400" b="0" i="0">
                <a:solidFill>
                  <a:srgbClr val="595959"/>
                </a:solidFill>
                <a:latin typeface="Calibri"/>
              </a:rPr>
              <a:t>CRM and Finance messages</a:t>
            </a:r>
            <a:r>
              <a:rPr lang="en-US">
                <a:solidFill>
                  <a:srgbClr val="595959"/>
                </a:solidFill>
                <a:latin typeface="Calibri"/>
              </a:rPr>
              <a:t>,</a:t>
            </a:r>
            <a:r>
              <a:rPr sz="1400" b="0" i="0">
                <a:solidFill>
                  <a:srgbClr val="595959"/>
                </a:solidFill>
                <a:latin typeface="Calibri"/>
              </a:rPr>
              <a:t> every message logged with retry.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User Access Matrix</a:t>
            </a:r>
          </a:p>
        </p:txBody>
      </p:sp>
      <p:graphicFrame>
        <p:nvGraphicFramePr>
          <p:cNvPr id="5" name="Table 4"/>
          <p:cNvGraphicFramePr>
            <a:graphicFrameLocks noGrp="1"/>
          </p:cNvGraphicFramePr>
          <p:nvPr/>
        </p:nvGraphicFramePr>
        <p:xfrm>
          <a:off x="548640" y="1527048"/>
          <a:ext cx="13533119" cy="4608576"/>
        </p:xfrm>
        <a:graphic>
          <a:graphicData uri="http://schemas.openxmlformats.org/drawingml/2006/table">
            <a:tbl>
              <a:tblPr/>
              <a:tblGrid>
                <a:gridCol w="438911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12064">
                <a:tc>
                  <a:txBody>
                    <a:bodyPr/>
                    <a:lstStyle/>
                    <a:p>
                      <a:pPr algn="l"/>
                      <a:r>
                        <a:rPr sz="1400" b="1" i="0">
                          <a:solidFill>
                            <a:srgbClr val="FFFFFF"/>
                          </a:solidFill>
                          <a:latin typeface="Calibri"/>
                        </a:rPr>
                        <a:t>Feature</a:t>
                      </a:r>
                    </a:p>
                  </a:txBody>
                  <a:tcPr marL="109728" marR="109728" marT="27432" marB="27432" anchor="ctr">
                    <a:solidFill>
                      <a:srgbClr val="002060"/>
                    </a:solidFill>
                  </a:tcPr>
                </a:tc>
                <a:tc>
                  <a:txBody>
                    <a:bodyPr/>
                    <a:lstStyle/>
                    <a:p>
                      <a:pPr algn="ctr"/>
                      <a:r>
                        <a:rPr lang="en-US" sz="1400" b="1" i="0">
                          <a:solidFill>
                            <a:srgbClr val="FFFFFF"/>
                          </a:solidFill>
                          <a:latin typeface="Calibri"/>
                        </a:rPr>
                        <a:t>Admin - </a:t>
                      </a:r>
                      <a:r>
                        <a:rPr sz="1400" b="1" i="0">
                          <a:solidFill>
                            <a:srgbClr val="FFFFFF"/>
                          </a:solidFill>
                          <a:latin typeface="Calibri"/>
                        </a:rPr>
                        <a:t>Warranty desk</a:t>
                      </a:r>
                    </a:p>
                  </a:txBody>
                  <a:tcPr marL="109728" marR="109728" marT="27432" marB="27432" anchor="ctr">
                    <a:solidFill>
                      <a:srgbClr val="002060"/>
                    </a:solidFill>
                  </a:tcPr>
                </a:tc>
                <a:tc>
                  <a:txBody>
                    <a:bodyPr/>
                    <a:lstStyle/>
                    <a:p>
                      <a:pPr algn="ctr"/>
                      <a:r>
                        <a:rPr sz="1400" b="1" i="0">
                          <a:solidFill>
                            <a:srgbClr val="FFFFFF"/>
                          </a:solidFill>
                          <a:latin typeface="Calibri"/>
                        </a:rPr>
                        <a:t>Distributor</a:t>
                      </a:r>
                    </a:p>
                  </a:txBody>
                  <a:tcPr marL="109728" marR="109728" marT="27432" marB="27432" anchor="ctr">
                    <a:solidFill>
                      <a:srgbClr val="002060"/>
                    </a:solidFill>
                  </a:tcPr>
                </a:tc>
                <a:tc>
                  <a:txBody>
                    <a:bodyPr/>
                    <a:lstStyle/>
                    <a:p>
                      <a:pPr algn="ctr"/>
                      <a:r>
                        <a:rPr sz="1400" b="1" i="0">
                          <a:solidFill>
                            <a:srgbClr val="FFFFFF"/>
                          </a:solidFill>
                          <a:latin typeface="Calibri"/>
                        </a:rPr>
                        <a:t>Dealer</a:t>
                      </a:r>
                    </a:p>
                  </a:txBody>
                  <a:tcPr marL="109728" marR="109728" marT="27432" marB="27432" anchor="ctr">
                    <a:solidFill>
                      <a:srgbClr val="002060"/>
                    </a:solidFill>
                  </a:tcPr>
                </a:tc>
                <a:tc>
                  <a:txBody>
                    <a:bodyPr/>
                    <a:lstStyle/>
                    <a:p>
                      <a:pPr algn="ctr"/>
                      <a:r>
                        <a:rPr sz="1400" b="1" i="0">
                          <a:solidFill>
                            <a:srgbClr val="FFFFFF"/>
                          </a:solidFill>
                          <a:latin typeface="Calibri"/>
                        </a:rPr>
                        <a:t>Customer</a:t>
                      </a:r>
                    </a:p>
                  </a:txBody>
                  <a:tcPr marL="109728" marR="109728" marT="27432" marB="27432" anchor="ctr">
                    <a:solidFill>
                      <a:srgbClr val="002060"/>
                    </a:solidFill>
                  </a:tcPr>
                </a:tc>
                <a:tc>
                  <a:txBody>
                    <a:bodyPr/>
                    <a:lstStyle/>
                    <a:p>
                      <a:pPr algn="ctr"/>
                      <a:r>
                        <a:rPr sz="1400" b="1" i="0">
                          <a:solidFill>
                            <a:srgbClr val="FFFFFF"/>
                          </a:solidFill>
                          <a:latin typeface="Calibri"/>
                        </a:rPr>
                        <a:t>Visitor</a:t>
                      </a:r>
                    </a:p>
                  </a:txBody>
                  <a:tcPr marL="109728" marR="109728" marT="27432" marB="27432" anchor="ctr">
                    <a:solidFill>
                      <a:srgbClr val="002060"/>
                    </a:solidFill>
                  </a:tcPr>
                </a:tc>
                <a:extLst>
                  <a:ext uri="{0D108BD9-81ED-4DB2-BD59-A6C34878D82A}">
                    <a16:rowId xmlns:a16="http://schemas.microsoft.com/office/drawing/2014/main" val="10000"/>
                  </a:ext>
                </a:extLst>
              </a:tr>
              <a:tr h="512064">
                <a:tc>
                  <a:txBody>
                    <a:bodyPr/>
                    <a:lstStyle/>
                    <a:p>
                      <a:pPr algn="l"/>
                      <a:r>
                        <a:rPr sz="1400" b="1" i="0">
                          <a:solidFill>
                            <a:srgbClr val="002060"/>
                          </a:solidFill>
                          <a:latin typeface="Calibri"/>
                        </a:rPr>
                        <a:t>Dashboard (overview)</a:t>
                      </a:r>
                    </a:p>
                  </a:txBody>
                  <a:tcPr marL="109728" marR="109728" marT="27432" marB="27432" anchor="ctr">
                    <a:solidFill>
                      <a:srgbClr val="FFFFFF"/>
                    </a:solidFill>
                  </a:tcPr>
                </a:tc>
                <a:tc>
                  <a:txBody>
                    <a:bodyPr/>
                    <a:lstStyle/>
                    <a:p>
                      <a:pPr algn="ct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1"/>
                  </a:ext>
                </a:extLst>
              </a:tr>
              <a:tr h="512064">
                <a:tc>
                  <a:txBody>
                    <a:bodyPr/>
                    <a:lstStyle/>
                    <a:p>
                      <a:pPr algn="l"/>
                      <a:r>
                        <a:rPr sz="1400" b="1" i="0">
                          <a:solidFill>
                            <a:srgbClr val="002060"/>
                          </a:solidFill>
                          <a:latin typeface="Calibri"/>
                        </a:rPr>
                        <a:t>Register a product</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lang="en-IN"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extLst>
                  <a:ext uri="{0D108BD9-81ED-4DB2-BD59-A6C34878D82A}">
                    <a16:rowId xmlns:a16="http://schemas.microsoft.com/office/drawing/2014/main" val="10002"/>
                  </a:ext>
                </a:extLst>
              </a:tr>
              <a:tr h="512064">
                <a:tc>
                  <a:txBody>
                    <a:bodyPr/>
                    <a:lstStyle/>
                    <a:p>
                      <a:pPr algn="l"/>
                      <a:r>
                        <a:rPr sz="1400" b="1" i="0">
                          <a:solidFill>
                            <a:srgbClr val="002060"/>
                          </a:solidFill>
                          <a:latin typeface="Calibri"/>
                        </a:rPr>
                        <a:t>Bulk upload (Excel / CSV)</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lang="en-IN"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3"/>
                  </a:ext>
                </a:extLst>
              </a:tr>
              <a:tr h="512064">
                <a:tc>
                  <a:txBody>
                    <a:bodyPr/>
                    <a:lstStyle/>
                    <a:p>
                      <a:pPr algn="l"/>
                      <a:r>
                        <a:rPr sz="1400" b="1" i="0">
                          <a:solidFill>
                            <a:srgbClr val="002060"/>
                          </a:solidFill>
                          <a:latin typeface="Calibri"/>
                        </a:rPr>
                        <a:t>QR scan, serial and receipt prefill</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lang="en-IN"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1" i="0">
                          <a:solidFill>
                            <a:srgbClr val="00679B"/>
                          </a:solidFill>
                          <a:latin typeface="Calibri"/>
                          <a:sym typeface="Arial"/>
                        </a:rPr>
                        <a:t>Yes</a:t>
                      </a:r>
                    </a:p>
                  </a:txBody>
                  <a:tcPr marL="109728" marR="109728" marT="27432" marB="27432" anchor="ctr">
                    <a:solidFill>
                      <a:srgbClr val="EAF4FC"/>
                    </a:solidFill>
                  </a:tcPr>
                </a:tc>
                <a:extLst>
                  <a:ext uri="{0D108BD9-81ED-4DB2-BD59-A6C34878D82A}">
                    <a16:rowId xmlns:a16="http://schemas.microsoft.com/office/drawing/2014/main" val="10004"/>
                  </a:ext>
                </a:extLst>
              </a:tr>
              <a:tr h="512064">
                <a:tc>
                  <a:txBody>
                    <a:bodyPr/>
                    <a:lstStyle/>
                    <a:p>
                      <a:pPr algn="l"/>
                      <a:r>
                        <a:rPr sz="1400" b="1" i="0">
                          <a:solidFill>
                            <a:srgbClr val="002060"/>
                          </a:solidFill>
                          <a:latin typeface="Calibri"/>
                        </a:rPr>
                        <a:t>Review, approve, reject registrations</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5"/>
                  </a:ext>
                </a:extLst>
              </a:tr>
              <a:tr h="512064">
                <a:tc>
                  <a:txBody>
                    <a:bodyPr/>
                    <a:lstStyle/>
                    <a:p>
                      <a:pPr algn="l"/>
                      <a:r>
                        <a:rPr sz="1400" b="1" i="0">
                          <a:solidFill>
                            <a:srgbClr val="002060"/>
                          </a:solidFill>
                          <a:latin typeface="Calibri"/>
                        </a:rPr>
                        <a:t>Registered products and certificate</a:t>
                      </a:r>
                    </a:p>
                  </a:txBody>
                  <a:tcPr marL="109728" marR="109728" marT="27432" marB="27432" anchor="ctr">
                    <a:solidFill>
                      <a:srgbClr val="FFFFFF"/>
                    </a:solidFill>
                  </a:tcPr>
                </a:tc>
                <a:tc>
                  <a:txBody>
                    <a:bodyPr/>
                    <a:lstStyle/>
                    <a:p>
                      <a:pPr algn="ct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lvl="0" algn="ctr">
                        <a:buNone/>
                      </a:pP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6"/>
                  </a:ext>
                </a:extLst>
              </a:tr>
              <a:tr h="512064">
                <a:tc>
                  <a:txBody>
                    <a:bodyPr/>
                    <a:lstStyle/>
                    <a:p>
                      <a:pPr algn="l"/>
                      <a:r>
                        <a:rPr sz="1400" b="1" i="0">
                          <a:solidFill>
                            <a:srgbClr val="002060"/>
                          </a:solidFill>
                          <a:latin typeface="Calibri"/>
                        </a:rPr>
                        <a:t>Extend a warranty</a:t>
                      </a:r>
                    </a:p>
                  </a:txBody>
                  <a:tcPr marL="109728" marR="109728" marT="27432" marB="27432" anchor="ctr">
                    <a:solidFill>
                      <a:srgbClr val="FFFFFF"/>
                    </a:solidFill>
                  </a:tcPr>
                </a:tc>
                <a:tc>
                  <a:txBody>
                    <a:bodyPr/>
                    <a:lstStyle/>
                    <a:p>
                      <a:pPr lvl="0" algn="ctr">
                        <a:buNone/>
                      </a:pP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US" sz="1400" b="1" i="0">
                          <a:solidFill>
                            <a:srgbClr val="00679B"/>
                          </a:solidFill>
                          <a:latin typeface="Calibri"/>
                          <a:sym typeface="Arial"/>
                        </a:rPr>
                        <a:t>Yes</a:t>
                      </a:r>
                    </a:p>
                  </a:txBody>
                  <a:tcPr marL="109728" marR="109728" marT="27432" marB="27432" anchor="ctr">
                    <a:solidFill>
                      <a:srgbClr val="EAF4FC"/>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7"/>
                  </a:ext>
                </a:extLst>
              </a:tr>
              <a:tr h="512064">
                <a:tc>
                  <a:txBody>
                    <a:bodyPr/>
                    <a:lstStyle/>
                    <a:p>
                      <a:pPr algn="l"/>
                      <a:r>
                        <a:rPr sz="1400" b="1" i="0">
                          <a:solidFill>
                            <a:srgbClr val="002060"/>
                          </a:solidFill>
                          <a:latin typeface="Calibri"/>
                        </a:rPr>
                        <a:t>Void a warranty</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tc>
                  <a:txBody>
                    <a:bodyPr/>
                    <a:lstStyle/>
                    <a:p>
                      <a:pPr algn="ctr"/>
                      <a:r>
                        <a:rPr lang="en-IN" sz="1400" b="0" i="0">
                          <a:solidFill>
                            <a:srgbClr val="BFBFBF"/>
                          </a:solidFill>
                          <a:latin typeface="Calibri"/>
                          <a:sym typeface="Arial"/>
                        </a:rPr>
                        <a:t>—</a:t>
                      </a:r>
                    </a:p>
                  </a:txBody>
                  <a:tcPr marL="109728" marR="109728" marT="27432" marB="27432" anchor="c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39790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User Access Matrix (Contd)</a:t>
            </a:r>
            <a:endParaRPr/>
          </a:p>
        </p:txBody>
      </p:sp>
      <p:graphicFrame>
        <p:nvGraphicFramePr>
          <p:cNvPr id="5" name="Table 4"/>
          <p:cNvGraphicFramePr>
            <a:graphicFrameLocks noGrp="1"/>
          </p:cNvGraphicFramePr>
          <p:nvPr/>
        </p:nvGraphicFramePr>
        <p:xfrm>
          <a:off x="548640" y="1478280"/>
          <a:ext cx="13533120" cy="4608576"/>
        </p:xfrm>
        <a:graphic>
          <a:graphicData uri="http://schemas.openxmlformats.org/drawingml/2006/table">
            <a:tbl>
              <a:tblPr/>
              <a:tblGrid>
                <a:gridCol w="4389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12064">
                <a:tc>
                  <a:txBody>
                    <a:bodyPr/>
                    <a:lstStyle/>
                    <a:p>
                      <a:pPr algn="l"/>
                      <a:r>
                        <a:rPr sz="1400" b="1" i="0">
                          <a:solidFill>
                            <a:srgbClr val="FFFFFF"/>
                          </a:solidFill>
                          <a:latin typeface="Calibri"/>
                        </a:rPr>
                        <a:t>Feature</a:t>
                      </a:r>
                    </a:p>
                  </a:txBody>
                  <a:tcPr marL="109728" marR="109728" marT="27432" marB="27432" anchor="ctr">
                    <a:solidFill>
                      <a:srgbClr val="002060"/>
                    </a:solidFill>
                  </a:tcPr>
                </a:tc>
                <a:tc>
                  <a:txBody>
                    <a:bodyPr/>
                    <a:lstStyle/>
                    <a:p>
                      <a:pPr algn="ctr"/>
                      <a:r>
                        <a:rPr sz="1400" b="1" i="0">
                          <a:solidFill>
                            <a:srgbClr val="FFFFFF"/>
                          </a:solidFill>
                          <a:latin typeface="Calibri"/>
                        </a:rPr>
                        <a:t>Warranty desk</a:t>
                      </a:r>
                    </a:p>
                  </a:txBody>
                  <a:tcPr marL="109728" marR="109728" marT="27432" marB="27432" anchor="ctr">
                    <a:solidFill>
                      <a:srgbClr val="002060"/>
                    </a:solidFill>
                  </a:tcPr>
                </a:tc>
                <a:tc>
                  <a:txBody>
                    <a:bodyPr/>
                    <a:lstStyle/>
                    <a:p>
                      <a:pPr algn="ctr"/>
                      <a:r>
                        <a:rPr sz="1400" b="1" i="0">
                          <a:solidFill>
                            <a:srgbClr val="FFFFFF"/>
                          </a:solidFill>
                          <a:latin typeface="Calibri"/>
                        </a:rPr>
                        <a:t>Distributor</a:t>
                      </a:r>
                    </a:p>
                  </a:txBody>
                  <a:tcPr marL="109728" marR="109728" marT="27432" marB="27432" anchor="ctr">
                    <a:solidFill>
                      <a:srgbClr val="002060"/>
                    </a:solidFill>
                  </a:tcPr>
                </a:tc>
                <a:tc>
                  <a:txBody>
                    <a:bodyPr/>
                    <a:lstStyle/>
                    <a:p>
                      <a:pPr algn="ctr"/>
                      <a:r>
                        <a:rPr sz="1400" b="1" i="0">
                          <a:solidFill>
                            <a:srgbClr val="FFFFFF"/>
                          </a:solidFill>
                          <a:latin typeface="Calibri"/>
                        </a:rPr>
                        <a:t>Dealer</a:t>
                      </a:r>
                    </a:p>
                  </a:txBody>
                  <a:tcPr marL="109728" marR="109728" marT="27432" marB="27432" anchor="ctr">
                    <a:solidFill>
                      <a:srgbClr val="002060"/>
                    </a:solidFill>
                  </a:tcPr>
                </a:tc>
                <a:tc>
                  <a:txBody>
                    <a:bodyPr/>
                    <a:lstStyle/>
                    <a:p>
                      <a:pPr algn="ctr"/>
                      <a:r>
                        <a:rPr sz="1400" b="1" i="0">
                          <a:solidFill>
                            <a:srgbClr val="FFFFFF"/>
                          </a:solidFill>
                          <a:latin typeface="Calibri"/>
                        </a:rPr>
                        <a:t>Customer</a:t>
                      </a:r>
                    </a:p>
                  </a:txBody>
                  <a:tcPr marL="109728" marR="109728" marT="27432" marB="27432" anchor="ctr">
                    <a:solidFill>
                      <a:srgbClr val="002060"/>
                    </a:solidFill>
                  </a:tcPr>
                </a:tc>
                <a:tc>
                  <a:txBody>
                    <a:bodyPr/>
                    <a:lstStyle/>
                    <a:p>
                      <a:pPr algn="ctr"/>
                      <a:r>
                        <a:rPr sz="1400" b="1" i="0">
                          <a:solidFill>
                            <a:srgbClr val="FFFFFF"/>
                          </a:solidFill>
                          <a:latin typeface="Calibri"/>
                        </a:rPr>
                        <a:t>Visitor</a:t>
                      </a:r>
                    </a:p>
                  </a:txBody>
                  <a:tcPr marL="109728" marR="109728" marT="27432" marB="27432" anchor="ctr">
                    <a:solidFill>
                      <a:srgbClr val="002060"/>
                    </a:solidFill>
                  </a:tcPr>
                </a:tc>
                <a:extLst>
                  <a:ext uri="{0D108BD9-81ED-4DB2-BD59-A6C34878D82A}">
                    <a16:rowId xmlns:a16="http://schemas.microsoft.com/office/drawing/2014/main" val="10000"/>
                  </a:ext>
                </a:extLst>
              </a:tr>
              <a:tr h="512064">
                <a:tc>
                  <a:txBody>
                    <a:bodyPr/>
                    <a:lstStyle/>
                    <a:p>
                      <a:pPr algn="l"/>
                      <a:r>
                        <a:rPr sz="1400" b="1" i="0">
                          <a:solidFill>
                            <a:srgbClr val="002060"/>
                          </a:solidFill>
                          <a:latin typeface="Calibri"/>
                        </a:rPr>
                        <a:t>File a warranty claim</a:t>
                      </a:r>
                    </a:p>
                  </a:txBody>
                  <a:tcPr marL="109728" marR="109728" marT="27432" marB="27432" anchor="ctr">
                    <a:solidFill>
                      <a:srgbClr val="FFFFFF"/>
                    </a:solidFill>
                  </a:tcPr>
                </a:tc>
                <a:tc>
                  <a:txBody>
                    <a:bodyPr/>
                    <a:lstStyle/>
                    <a:p>
                      <a:pPr algn="ct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1"/>
                  </a:ext>
                </a:extLst>
              </a:tr>
              <a:tr h="512064">
                <a:tc>
                  <a:txBody>
                    <a:bodyPr/>
                    <a:lstStyle/>
                    <a:p>
                      <a:pPr algn="l"/>
                      <a:r>
                        <a:rPr sz="1400" b="1" i="0">
                          <a:solidFill>
                            <a:srgbClr val="002060"/>
                          </a:solidFill>
                          <a:latin typeface="Calibri"/>
                        </a:rPr>
                        <a:t>Decide claims (repair, replace, credit)</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lang="en-IN" sz="1400" b="0" i="0" u="none" strike="noStrike" cap="none">
                          <a:solidFill>
                            <a:srgbClr val="BFBFBF"/>
                          </a:solidFill>
                          <a:latin typeface="Calibri"/>
                          <a:ea typeface="+mn-ea"/>
                          <a:cs typeface="+mn-cs"/>
                          <a:sym typeface="Arial"/>
                        </a:rPr>
                        <a:t>—</a:t>
                      </a:r>
                    </a:p>
                  </a:txBody>
                  <a:tcPr marL="109728" marR="109728" marT="27432" marB="27432" anchor="ctr">
                    <a:solidFill>
                      <a:srgbClr val="FFFFFF"/>
                    </a:solidFill>
                  </a:tcPr>
                </a:tc>
                <a:tc>
                  <a:txBody>
                    <a:bodyPr/>
                    <a:lstStyle/>
                    <a:p>
                      <a:pPr algn="ctr"/>
                      <a:r>
                        <a:rPr lang="en-IN" sz="1400" b="0" i="0" u="none" strike="noStrike" cap="none">
                          <a:solidFill>
                            <a:srgbClr val="BFBFBF"/>
                          </a:solidFill>
                          <a:latin typeface="Calibri"/>
                          <a:ea typeface="+mn-ea"/>
                          <a:cs typeface="+mn-cs"/>
                          <a:sym typeface="Arial"/>
                        </a:rPr>
                        <a:t>—</a:t>
                      </a:r>
                    </a:p>
                  </a:txBody>
                  <a:tcPr marL="109728" marR="109728" marT="27432" marB="27432" anchor="ctr">
                    <a:solidFill>
                      <a:srgbClr val="FFFFFF"/>
                    </a:solidFill>
                  </a:tcPr>
                </a:tc>
                <a:tc>
                  <a:txBody>
                    <a:bodyPr/>
                    <a:lstStyle/>
                    <a:p>
                      <a:pPr algn="ctr"/>
                      <a:r>
                        <a:rPr lang="en-IN" sz="1400" b="0" i="0" u="none" strike="noStrike" cap="none">
                          <a:solidFill>
                            <a:srgbClr val="BFBFBF"/>
                          </a:solidFill>
                          <a:latin typeface="Calibri"/>
                          <a:ea typeface="+mn-ea"/>
                          <a:cs typeface="+mn-cs"/>
                          <a:sym typeface="Arial"/>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2"/>
                  </a:ext>
                </a:extLst>
              </a:tr>
              <a:tr h="512064">
                <a:tc>
                  <a:txBody>
                    <a:bodyPr/>
                    <a:lstStyle/>
                    <a:p>
                      <a:pPr algn="l"/>
                      <a:r>
                        <a:rPr sz="1400" b="1" i="0">
                          <a:solidFill>
                            <a:srgbClr val="002060"/>
                          </a:solidFill>
                          <a:latin typeface="Calibri"/>
                        </a:rPr>
                        <a:t>Track claim progress</a:t>
                      </a:r>
                    </a:p>
                  </a:txBody>
                  <a:tcPr marL="109728" marR="109728" marT="27432" marB="27432" anchor="ctr">
                    <a:solidFill>
                      <a:srgbClr val="FFFFFF"/>
                    </a:solidFill>
                  </a:tcPr>
                </a:tc>
                <a:tc>
                  <a:txBody>
                    <a:bodyPr/>
                    <a:lstStyle/>
                    <a:p>
                      <a:pPr lvl="0" algn="ctr">
                        <a:buNone/>
                      </a:pP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3"/>
                  </a:ext>
                </a:extLst>
              </a:tr>
              <a:tr h="512064">
                <a:tc>
                  <a:txBody>
                    <a:bodyPr/>
                    <a:lstStyle/>
                    <a:p>
                      <a:pPr algn="l"/>
                      <a:r>
                        <a:rPr sz="1400" b="1" i="0">
                          <a:solidFill>
                            <a:srgbClr val="002060"/>
                          </a:solidFill>
                          <a:latin typeface="Calibri"/>
                        </a:rPr>
                        <a:t>Finance insights</a:t>
                      </a:r>
                    </a:p>
                  </a:txBody>
                  <a:tcPr marL="109728" marR="109728" marT="27432" marB="27432" anchor="ctr">
                    <a:solidFill>
                      <a:srgbClr val="FFFFFF"/>
                    </a:solidFill>
                  </a:tcPr>
                </a:tc>
                <a:tc>
                  <a:txBody>
                    <a:bodyPr/>
                    <a:lstStyle/>
                    <a:p>
                      <a:pPr lvl="0" algn="ctr">
                        <a:buNone/>
                      </a:pPr>
                      <a:r>
                        <a:rPr lang="en-US" sz="1400" b="1" i="0">
                          <a:solidFill>
                            <a:srgbClr val="00679B"/>
                          </a:solidFill>
                          <a:latin typeface="Calibri"/>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lvl="0" algn="ctr">
                        <a:buNone/>
                      </a:pPr>
                      <a:r>
                        <a:rPr lang="en-US" sz="1400" b="1" i="0" u="none" strike="noStrike" cap="none">
                          <a:solidFill>
                            <a:srgbClr val="00679B"/>
                          </a:solidFill>
                          <a:latin typeface="Calibri"/>
                          <a:ea typeface="+mn-ea"/>
                          <a:cs typeface="+mn-cs"/>
                          <a:sym typeface="Arial"/>
                        </a:rPr>
                        <a:t>Yes</a:t>
                      </a:r>
                    </a:p>
                  </a:txBody>
                  <a:tcPr marL="109728" marR="109728" marT="27432" marB="27432" anchor="ctr">
                    <a:solidFill>
                      <a:srgbClr val="EAF4FC"/>
                    </a:solidFill>
                  </a:tcPr>
                </a:tc>
                <a:tc>
                  <a:txBody>
                    <a:bodyPr/>
                    <a:lstStyle/>
                    <a:p>
                      <a:pPr algn="ctr"/>
                      <a:r>
                        <a:rPr lang="en-IN" sz="1400" b="0" i="0" u="none" strike="noStrike" cap="none">
                          <a:solidFill>
                            <a:srgbClr val="BFBFBF"/>
                          </a:solidFill>
                          <a:latin typeface="Calibri"/>
                          <a:ea typeface="+mn-ea"/>
                          <a:cs typeface="+mn-cs"/>
                          <a:sym typeface="Arial"/>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4"/>
                  </a:ext>
                </a:extLst>
              </a:tr>
              <a:tr h="512064">
                <a:tc>
                  <a:txBody>
                    <a:bodyPr/>
                    <a:lstStyle/>
                    <a:p>
                      <a:pPr algn="l"/>
                      <a:r>
                        <a:rPr sz="1400" b="1" i="0">
                          <a:solidFill>
                            <a:srgbClr val="002060"/>
                          </a:solidFill>
                          <a:latin typeface="Calibri"/>
                        </a:rPr>
                        <a:t>Product catalog, prices and quota</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5"/>
                  </a:ext>
                </a:extLst>
              </a:tr>
              <a:tr h="512064">
                <a:tc>
                  <a:txBody>
                    <a:bodyPr/>
                    <a:lstStyle/>
                    <a:p>
                      <a:pPr algn="l"/>
                      <a:r>
                        <a:rPr sz="1400" b="1" i="0">
                          <a:solidFill>
                            <a:srgbClr val="002060"/>
                          </a:solidFill>
                          <a:latin typeface="Calibri"/>
                        </a:rPr>
                        <a:t>Overwatch and Job Link warranties</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6"/>
                  </a:ext>
                </a:extLst>
              </a:tr>
              <a:tr h="512064">
                <a:tc>
                  <a:txBody>
                    <a:bodyPr/>
                    <a:lstStyle/>
                    <a:p>
                      <a:pPr algn="l"/>
                      <a:r>
                        <a:rPr sz="1400" b="1" i="0">
                          <a:solidFill>
                            <a:srgbClr val="002060"/>
                          </a:solidFill>
                          <a:latin typeface="Calibri"/>
                        </a:rPr>
                        <a:t>Integrations, partner keys, users</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tc>
                  <a:txBody>
                    <a:bodyPr/>
                    <a:lstStyle/>
                    <a:p>
                      <a:pPr algn="ctr"/>
                      <a:r>
                        <a:rPr sz="1400" b="0" i="0">
                          <a:solidFill>
                            <a:srgbClr val="BFBFBF"/>
                          </a:solidFill>
                          <a:latin typeface="Calibri"/>
                        </a:rPr>
                        <a:t>—</a:t>
                      </a:r>
                    </a:p>
                  </a:txBody>
                  <a:tcPr marL="109728" marR="109728" marT="27432" marB="27432" anchor="ctr">
                    <a:solidFill>
                      <a:srgbClr val="FFFFFF"/>
                    </a:solidFill>
                  </a:tcPr>
                </a:tc>
                <a:extLst>
                  <a:ext uri="{0D108BD9-81ED-4DB2-BD59-A6C34878D82A}">
                    <a16:rowId xmlns:a16="http://schemas.microsoft.com/office/drawing/2014/main" val="10007"/>
                  </a:ext>
                </a:extLst>
              </a:tr>
              <a:tr h="512064">
                <a:tc>
                  <a:txBody>
                    <a:bodyPr/>
                    <a:lstStyle/>
                    <a:p>
                      <a:pPr algn="l"/>
                      <a:r>
                        <a:rPr sz="1400" b="1" i="0">
                          <a:solidFill>
                            <a:srgbClr val="002060"/>
                          </a:solidFill>
                          <a:latin typeface="Calibri"/>
                        </a:rPr>
                        <a:t>Warranty Assistant (chat)</a:t>
                      </a:r>
                    </a:p>
                  </a:txBody>
                  <a:tcPr marL="109728" marR="109728" marT="27432" marB="27432" anchor="ctr">
                    <a:solidFill>
                      <a:srgbClr val="FFFFFF"/>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tc>
                  <a:txBody>
                    <a:bodyPr/>
                    <a:lstStyle/>
                    <a:p>
                      <a:pPr algn="ctr"/>
                      <a:r>
                        <a:rPr sz="1400" b="1" i="0">
                          <a:solidFill>
                            <a:srgbClr val="00679B"/>
                          </a:solidFill>
                          <a:latin typeface="Calibri"/>
                        </a:rPr>
                        <a:t>Yes</a:t>
                      </a:r>
                    </a:p>
                  </a:txBody>
                  <a:tcPr marL="109728" marR="109728" marT="27432" marB="27432" anchor="ctr">
                    <a:solidFill>
                      <a:srgbClr val="EAF4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32344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Workflows Overview</a:t>
            </a:r>
          </a:p>
        </p:txBody>
      </p:sp>
      <p:sp>
        <p:nvSpPr>
          <p:cNvPr id="5" name="Workflow W1"/>
          <p:cNvSpPr/>
          <p:nvPr/>
        </p:nvSpPr>
        <p:spPr>
          <a:xfrm>
            <a:off x="548640" y="150266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777240" y="173126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W1</a:t>
            </a:r>
          </a:p>
        </p:txBody>
      </p:sp>
      <p:sp>
        <p:nvSpPr>
          <p:cNvPr id="8" name="TextBox 7"/>
          <p:cNvSpPr txBox="1"/>
          <p:nvPr/>
        </p:nvSpPr>
        <p:spPr>
          <a:xfrm>
            <a:off x="777240" y="218846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Dealer bulk registration</a:t>
            </a:r>
          </a:p>
        </p:txBody>
      </p:sp>
      <p:sp>
        <p:nvSpPr>
          <p:cNvPr id="9" name="TextBox 8"/>
          <p:cNvSpPr txBox="1"/>
          <p:nvPr/>
        </p:nvSpPr>
        <p:spPr>
          <a:xfrm>
            <a:off x="777240" y="2828543"/>
            <a:ext cx="272034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25-row sales sheet, errors fixed inline, duplicate sent to the </a:t>
            </a:r>
            <a:r>
              <a:rPr lang="en-US">
                <a:solidFill>
                  <a:srgbClr val="595959"/>
                </a:solidFill>
                <a:latin typeface="Calibri"/>
              </a:rPr>
              <a:t>WMS</a:t>
            </a:r>
            <a:endParaRPr sz="1400" b="0" i="0">
              <a:solidFill>
                <a:srgbClr val="595959"/>
              </a:solidFill>
              <a:latin typeface="Calibri"/>
            </a:endParaRPr>
          </a:p>
        </p:txBody>
      </p:sp>
      <p:sp>
        <p:nvSpPr>
          <p:cNvPr id="11" name="Workflow W2"/>
          <p:cNvSpPr/>
          <p:nvPr/>
        </p:nvSpPr>
        <p:spPr>
          <a:xfrm>
            <a:off x="4000500" y="150266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4229100" y="173126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W2</a:t>
            </a:r>
          </a:p>
        </p:txBody>
      </p:sp>
      <p:sp>
        <p:nvSpPr>
          <p:cNvPr id="14" name="TextBox 13"/>
          <p:cNvSpPr txBox="1"/>
          <p:nvPr/>
        </p:nvSpPr>
        <p:spPr>
          <a:xfrm>
            <a:off x="4229100" y="218846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Customer registers by QR</a:t>
            </a:r>
          </a:p>
        </p:txBody>
      </p:sp>
      <p:sp>
        <p:nvSpPr>
          <p:cNvPr id="15" name="TextBox 14"/>
          <p:cNvSpPr txBox="1"/>
          <p:nvPr/>
        </p:nvSpPr>
        <p:spPr>
          <a:xfrm>
            <a:off x="4229100" y="2828543"/>
            <a:ext cx="2720340" cy="404983"/>
          </a:xfrm>
          <a:prstGeom prst="rect">
            <a:avLst/>
          </a:prstGeom>
          <a:noFill/>
        </p:spPr>
        <p:txBody>
          <a:bodyPr wrap="square" lIns="0" tIns="0" rIns="0" bIns="0" anchor="t">
            <a:spAutoFit/>
          </a:bodyPr>
          <a:lstStyle/>
          <a:p>
            <a:pPr>
              <a:lnSpc>
                <a:spcPct val="94000"/>
              </a:lnSpc>
            </a:pPr>
            <a:r>
              <a:rPr sz="1400" b="0" i="0">
                <a:solidFill>
                  <a:srgbClr val="595959"/>
                </a:solidFill>
                <a:latin typeface="Calibri"/>
              </a:rPr>
              <a:t>Scan the label on the phone, add the receipt, </a:t>
            </a:r>
            <a:r>
              <a:rPr lang="en-US">
                <a:solidFill>
                  <a:srgbClr val="595959"/>
                </a:solidFill>
                <a:latin typeface="Calibri"/>
              </a:rPr>
              <a:t>WMS</a:t>
            </a:r>
            <a:r>
              <a:rPr lang="en-US" sz="1400" b="0" i="0">
                <a:solidFill>
                  <a:srgbClr val="595959"/>
                </a:solidFill>
                <a:latin typeface="Calibri"/>
              </a:rPr>
              <a:t> </a:t>
            </a:r>
            <a:r>
              <a:rPr lang="en-US">
                <a:solidFill>
                  <a:srgbClr val="595959"/>
                </a:solidFill>
                <a:latin typeface="Calibri"/>
              </a:rPr>
              <a:t>will approve</a:t>
            </a:r>
            <a:endParaRPr lang="en-US" sz="1400" b="0" i="0">
              <a:solidFill>
                <a:srgbClr val="595959"/>
              </a:solidFill>
              <a:latin typeface="Calibri"/>
            </a:endParaRPr>
          </a:p>
        </p:txBody>
      </p:sp>
      <p:sp>
        <p:nvSpPr>
          <p:cNvPr id="17" name="Workflow W3"/>
          <p:cNvSpPr/>
          <p:nvPr/>
        </p:nvSpPr>
        <p:spPr>
          <a:xfrm>
            <a:off x="7452360" y="150266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7680960" y="173126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W3</a:t>
            </a:r>
          </a:p>
        </p:txBody>
      </p:sp>
      <p:sp>
        <p:nvSpPr>
          <p:cNvPr id="20" name="TextBox 19"/>
          <p:cNvSpPr txBox="1"/>
          <p:nvPr/>
        </p:nvSpPr>
        <p:spPr>
          <a:xfrm>
            <a:off x="7680960" y="218846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Claim settled by replacement</a:t>
            </a:r>
          </a:p>
        </p:txBody>
      </p:sp>
      <p:sp>
        <p:nvSpPr>
          <p:cNvPr id="21" name="TextBox 20"/>
          <p:cNvSpPr txBox="1"/>
          <p:nvPr/>
        </p:nvSpPr>
        <p:spPr>
          <a:xfrm>
            <a:off x="7680960" y="2828543"/>
            <a:ext cx="272034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Coverage check, review</a:t>
            </a:r>
            <a:r>
              <a:rPr lang="en-US">
                <a:solidFill>
                  <a:srgbClr val="595959"/>
                </a:solidFill>
                <a:latin typeface="Calibri"/>
              </a:rPr>
              <a:t>,</a:t>
            </a:r>
            <a:r>
              <a:rPr sz="1400" b="0" i="0">
                <a:solidFill>
                  <a:srgbClr val="595959"/>
                </a:solidFill>
                <a:latin typeface="Calibri"/>
              </a:rPr>
              <a:t> the new serial carries the warranty</a:t>
            </a:r>
          </a:p>
        </p:txBody>
      </p:sp>
      <p:sp>
        <p:nvSpPr>
          <p:cNvPr id="23" name="Workflow W4"/>
          <p:cNvSpPr/>
          <p:nvPr/>
        </p:nvSpPr>
        <p:spPr>
          <a:xfrm>
            <a:off x="10904219" y="150266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11132819" y="173126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W4</a:t>
            </a:r>
          </a:p>
        </p:txBody>
      </p:sp>
      <p:sp>
        <p:nvSpPr>
          <p:cNvPr id="26" name="TextBox 25"/>
          <p:cNvSpPr txBox="1"/>
          <p:nvPr/>
        </p:nvSpPr>
        <p:spPr>
          <a:xfrm>
            <a:off x="11132819" y="218846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Dealer claim settled by credit</a:t>
            </a:r>
          </a:p>
        </p:txBody>
      </p:sp>
      <p:sp>
        <p:nvSpPr>
          <p:cNvPr id="27" name="TextBox 26"/>
          <p:cNvSpPr txBox="1"/>
          <p:nvPr/>
        </p:nvSpPr>
        <p:spPr>
          <a:xfrm>
            <a:off x="11132819" y="2828543"/>
            <a:ext cx="2720340" cy="404983"/>
          </a:xfrm>
          <a:prstGeom prst="rect">
            <a:avLst/>
          </a:prstGeom>
          <a:noFill/>
        </p:spPr>
        <p:txBody>
          <a:bodyPr wrap="square" lIns="0" tIns="0" rIns="0" bIns="0" anchor="t">
            <a:spAutoFit/>
          </a:bodyPr>
          <a:lstStyle/>
          <a:p>
            <a:pPr>
              <a:lnSpc>
                <a:spcPct val="94000"/>
              </a:lnSpc>
            </a:pPr>
            <a:r>
              <a:rPr sz="1400" b="0" i="0">
                <a:solidFill>
                  <a:srgbClr val="595959"/>
                </a:solidFill>
                <a:latin typeface="Calibri"/>
              </a:rPr>
              <a:t>Dealer files for its customer</a:t>
            </a:r>
            <a:r>
              <a:rPr lang="en-US">
                <a:solidFill>
                  <a:srgbClr val="595959"/>
                </a:solidFill>
                <a:latin typeface="Calibri"/>
              </a:rPr>
              <a:t>, </a:t>
            </a:r>
            <a:r>
              <a:rPr sz="1400" b="0" i="0">
                <a:solidFill>
                  <a:srgbClr val="595959"/>
                </a:solidFill>
                <a:latin typeface="Calibri"/>
              </a:rPr>
              <a:t>credit memo posted to Finance</a:t>
            </a:r>
            <a:endParaRPr lang="en-IN" sz="1400" b="0" i="0">
              <a:solidFill>
                <a:srgbClr val="595959"/>
              </a:solidFill>
              <a:latin typeface="Calibri"/>
            </a:endParaRPr>
          </a:p>
        </p:txBody>
      </p:sp>
      <p:sp>
        <p:nvSpPr>
          <p:cNvPr id="29" name="Workflow W5"/>
          <p:cNvSpPr/>
          <p:nvPr/>
        </p:nvSpPr>
        <p:spPr>
          <a:xfrm>
            <a:off x="548640" y="433730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777240" y="456590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W5</a:t>
            </a:r>
          </a:p>
        </p:txBody>
      </p:sp>
      <p:sp>
        <p:nvSpPr>
          <p:cNvPr id="32" name="TextBox 31"/>
          <p:cNvSpPr txBox="1"/>
          <p:nvPr/>
        </p:nvSpPr>
        <p:spPr>
          <a:xfrm>
            <a:off x="777240" y="502310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Void a warranty</a:t>
            </a:r>
          </a:p>
        </p:txBody>
      </p:sp>
      <p:sp>
        <p:nvSpPr>
          <p:cNvPr id="33" name="TextBox 32"/>
          <p:cNvSpPr txBox="1"/>
          <p:nvPr/>
        </p:nvSpPr>
        <p:spPr>
          <a:xfrm>
            <a:off x="777240" y="5663184"/>
            <a:ext cx="2720340" cy="607474"/>
          </a:xfrm>
          <a:prstGeom prst="rect">
            <a:avLst/>
          </a:prstGeom>
          <a:noFill/>
        </p:spPr>
        <p:txBody>
          <a:bodyPr wrap="square" lIns="0" tIns="0" rIns="0" bIns="0" anchor="t">
            <a:spAutoFit/>
          </a:bodyPr>
          <a:lstStyle/>
          <a:p>
            <a:pPr>
              <a:lnSpc>
                <a:spcPct val="94000"/>
              </a:lnSpc>
            </a:pPr>
            <a:r>
              <a:rPr sz="1400" b="0" i="0">
                <a:solidFill>
                  <a:srgbClr val="595959"/>
                </a:solidFill>
                <a:latin typeface="Calibri"/>
              </a:rPr>
              <a:t>Unauthorized repair</a:t>
            </a:r>
            <a:r>
              <a:rPr lang="en-US">
                <a:solidFill>
                  <a:srgbClr val="595959"/>
                </a:solidFill>
                <a:latin typeface="Calibri"/>
              </a:rPr>
              <a:t> categories as </a:t>
            </a:r>
            <a:r>
              <a:rPr sz="1400" b="0" i="0">
                <a:solidFill>
                  <a:srgbClr val="595959"/>
                </a:solidFill>
                <a:latin typeface="Calibri"/>
              </a:rPr>
              <a:t>void with reason</a:t>
            </a:r>
            <a:r>
              <a:rPr lang="en-US">
                <a:solidFill>
                  <a:srgbClr val="595959"/>
                </a:solidFill>
                <a:latin typeface="Calibri"/>
              </a:rPr>
              <a:t> by which</a:t>
            </a:r>
            <a:r>
              <a:rPr sz="1400" b="0" i="0">
                <a:solidFill>
                  <a:srgbClr val="595959"/>
                </a:solidFill>
                <a:latin typeface="Calibri"/>
              </a:rPr>
              <a:t> owner notified</a:t>
            </a:r>
            <a:endParaRPr lang="en-IN" sz="1400" b="0" i="0">
              <a:solidFill>
                <a:srgbClr val="595959"/>
              </a:solidFill>
              <a:latin typeface="Calibri"/>
            </a:endParaRPr>
          </a:p>
        </p:txBody>
      </p:sp>
      <p:sp>
        <p:nvSpPr>
          <p:cNvPr id="35" name="Workflow W6"/>
          <p:cNvSpPr/>
          <p:nvPr/>
        </p:nvSpPr>
        <p:spPr>
          <a:xfrm>
            <a:off x="4000500" y="433730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4229100" y="456590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W6</a:t>
            </a:r>
          </a:p>
        </p:txBody>
      </p:sp>
      <p:sp>
        <p:nvSpPr>
          <p:cNvPr id="38" name="TextBox 37"/>
          <p:cNvSpPr txBox="1"/>
          <p:nvPr/>
        </p:nvSpPr>
        <p:spPr>
          <a:xfrm>
            <a:off x="4229100" y="5023104"/>
            <a:ext cx="2720340" cy="462947"/>
          </a:xfrm>
          <a:prstGeom prst="rect">
            <a:avLst/>
          </a:prstGeom>
          <a:noFill/>
        </p:spPr>
        <p:txBody>
          <a:bodyPr wrap="square" lIns="0" tIns="0" rIns="0" bIns="0" anchor="t">
            <a:spAutoFit/>
          </a:bodyPr>
          <a:lstStyle/>
          <a:p>
            <a:pPr>
              <a:lnSpc>
                <a:spcPct val="94000"/>
              </a:lnSpc>
            </a:pPr>
            <a:r>
              <a:rPr sz="1600" b="1" i="0">
                <a:solidFill>
                  <a:srgbClr val="002060"/>
                </a:solidFill>
                <a:latin typeface="Calibri"/>
              </a:rPr>
              <a:t>Registrations from </a:t>
            </a:r>
            <a:r>
              <a:rPr lang="en-US" sz="1600" b="1">
                <a:solidFill>
                  <a:srgbClr val="002060"/>
                </a:solidFill>
                <a:latin typeface="Calibri"/>
              </a:rPr>
              <a:t>partner channel</a:t>
            </a:r>
            <a:endParaRPr lang="en-US" sz="1600" b="1" i="0">
              <a:solidFill>
                <a:srgbClr val="002060"/>
              </a:solidFill>
              <a:latin typeface="Calibri"/>
            </a:endParaRPr>
          </a:p>
        </p:txBody>
      </p:sp>
      <p:sp>
        <p:nvSpPr>
          <p:cNvPr id="39" name="TextBox 38"/>
          <p:cNvSpPr txBox="1"/>
          <p:nvPr/>
        </p:nvSpPr>
        <p:spPr>
          <a:xfrm>
            <a:off x="4229100" y="5663184"/>
            <a:ext cx="2720340" cy="868680"/>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ERP, email, marketplace, web form, partner API and apps</a:t>
            </a:r>
          </a:p>
        </p:txBody>
      </p:sp>
      <p:sp>
        <p:nvSpPr>
          <p:cNvPr id="41" name="Workflow W7"/>
          <p:cNvSpPr/>
          <p:nvPr/>
        </p:nvSpPr>
        <p:spPr>
          <a:xfrm>
            <a:off x="7452360" y="433730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7680960" y="456590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W7</a:t>
            </a:r>
          </a:p>
        </p:txBody>
      </p:sp>
      <p:sp>
        <p:nvSpPr>
          <p:cNvPr id="44" name="TextBox 43"/>
          <p:cNvSpPr txBox="1"/>
          <p:nvPr/>
        </p:nvSpPr>
        <p:spPr>
          <a:xfrm>
            <a:off x="7680960" y="502310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Distributor oversight</a:t>
            </a:r>
          </a:p>
        </p:txBody>
      </p:sp>
      <p:sp>
        <p:nvSpPr>
          <p:cNvPr id="45" name="TextBox 44"/>
          <p:cNvSpPr txBox="1"/>
          <p:nvPr/>
        </p:nvSpPr>
        <p:spPr>
          <a:xfrm>
            <a:off x="7680960" y="5663184"/>
            <a:ext cx="2720340" cy="868680"/>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Network totals, dealer comparison and filters</a:t>
            </a:r>
          </a:p>
        </p:txBody>
      </p:sp>
      <p:sp>
        <p:nvSpPr>
          <p:cNvPr id="47" name="Workflow W8"/>
          <p:cNvSpPr/>
          <p:nvPr/>
        </p:nvSpPr>
        <p:spPr>
          <a:xfrm>
            <a:off x="10904219" y="4337304"/>
            <a:ext cx="3177540" cy="2606040"/>
          </a:xfrm>
          <a:prstGeom prst="roundRect">
            <a:avLst>
              <a:gd name="adj" fmla="val 6000"/>
            </a:avLst>
          </a:prstGeom>
          <a:solidFill>
            <a:srgbClr val="FFFFFF"/>
          </a:solidFill>
          <a:ln w="9525">
            <a:solidFill>
              <a:srgbClr val="C8DF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ounded Rectangle 47"/>
          <p:cNvSpPr/>
          <p:nvPr/>
        </p:nvSpPr>
        <p:spPr>
          <a:xfrm>
            <a:off x="11132819" y="4565904"/>
            <a:ext cx="502920" cy="274320"/>
          </a:xfrm>
          <a:prstGeom prst="roundRect">
            <a:avLst>
              <a:gd name="adj" fmla="val 12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W8</a:t>
            </a:r>
          </a:p>
        </p:txBody>
      </p:sp>
      <p:sp>
        <p:nvSpPr>
          <p:cNvPr id="50" name="TextBox 49"/>
          <p:cNvSpPr txBox="1"/>
          <p:nvPr/>
        </p:nvSpPr>
        <p:spPr>
          <a:xfrm>
            <a:off x="11132819" y="5023104"/>
            <a:ext cx="2720340" cy="594360"/>
          </a:xfrm>
          <a:prstGeom prst="rect">
            <a:avLst/>
          </a:prstGeom>
          <a:noFill/>
        </p:spPr>
        <p:txBody>
          <a:bodyPr wrap="square" lIns="0" tIns="0" rIns="0" bIns="0" anchor="t">
            <a:spAutoFit/>
          </a:bodyPr>
          <a:lstStyle/>
          <a:p>
            <a:pPr algn="l">
              <a:lnSpc>
                <a:spcPct val="94000"/>
              </a:lnSpc>
            </a:pPr>
            <a:r>
              <a:rPr sz="1600" b="1" i="0">
                <a:solidFill>
                  <a:srgbClr val="002060"/>
                </a:solidFill>
                <a:latin typeface="Calibri"/>
              </a:rPr>
              <a:t>Extended warranty and finance</a:t>
            </a:r>
          </a:p>
        </p:txBody>
      </p:sp>
      <p:sp>
        <p:nvSpPr>
          <p:cNvPr id="51" name="TextBox 50"/>
          <p:cNvSpPr txBox="1"/>
          <p:nvPr/>
        </p:nvSpPr>
        <p:spPr>
          <a:xfrm>
            <a:off x="11132819" y="5663184"/>
            <a:ext cx="2720340" cy="404983"/>
          </a:xfrm>
          <a:prstGeom prst="rect">
            <a:avLst/>
          </a:prstGeom>
          <a:noFill/>
        </p:spPr>
        <p:txBody>
          <a:bodyPr wrap="square" lIns="0" tIns="0" rIns="0" bIns="0" anchor="t">
            <a:spAutoFit/>
          </a:bodyPr>
          <a:lstStyle/>
          <a:p>
            <a:pPr algn="l">
              <a:lnSpc>
                <a:spcPct val="94000"/>
              </a:lnSpc>
            </a:pPr>
            <a:r>
              <a:rPr sz="1400" b="0" i="0">
                <a:solidFill>
                  <a:srgbClr val="595959"/>
                </a:solidFill>
                <a:latin typeface="Calibri"/>
              </a:rPr>
              <a:t>Customer buys 12 months</a:t>
            </a:r>
            <a:r>
              <a:rPr lang="en-US">
                <a:solidFill>
                  <a:srgbClr val="595959"/>
                </a:solidFill>
                <a:latin typeface="Calibri"/>
              </a:rPr>
              <a:t>,</a:t>
            </a:r>
            <a:r>
              <a:rPr lang="en-US" sz="1400" b="0" i="0">
                <a:solidFill>
                  <a:srgbClr val="595959"/>
                </a:solidFill>
                <a:latin typeface="Calibri"/>
              </a:rPr>
              <a:t> </a:t>
            </a:r>
            <a:r>
              <a:rPr sz="1400" b="0" i="0">
                <a:solidFill>
                  <a:srgbClr val="595959"/>
                </a:solidFill>
                <a:latin typeface="Calibri"/>
              </a:rPr>
              <a:t>Finance </a:t>
            </a:r>
            <a:r>
              <a:rPr lang="en-US">
                <a:solidFill>
                  <a:srgbClr val="595959"/>
                </a:solidFill>
                <a:latin typeface="Calibri"/>
              </a:rPr>
              <a:t>reflects</a:t>
            </a:r>
            <a:r>
              <a:rPr sz="1400" b="0" i="0">
                <a:solidFill>
                  <a:srgbClr val="595959"/>
                </a:solidFill>
                <a:latin typeface="Calibri"/>
              </a:rPr>
              <a:t> the impact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Upcoming Roadmap</a:t>
            </a:r>
          </a:p>
        </p:txBody>
      </p:sp>
      <p:sp>
        <p:nvSpPr>
          <p:cNvPr id="5" name="Phase 2 · Go live band"/>
          <p:cNvSpPr/>
          <p:nvPr/>
        </p:nvSpPr>
        <p:spPr>
          <a:xfrm>
            <a:off x="548640" y="1892808"/>
            <a:ext cx="4297680" cy="3931920"/>
          </a:xfrm>
          <a:prstGeom prst="roundRect">
            <a:avLst>
              <a:gd name="adj" fmla="val 6000"/>
            </a:avLst>
          </a:prstGeom>
          <a:solidFill>
            <a:srgbClr val="EAF4FC"/>
          </a:solidFill>
          <a:ln w="12700">
            <a:solidFill>
              <a:srgbClr val="008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Phase 2 · Go live strip"/>
          <p:cNvSpPr/>
          <p:nvPr/>
        </p:nvSpPr>
        <p:spPr>
          <a:xfrm>
            <a:off x="731520" y="2075688"/>
            <a:ext cx="3931920" cy="457200"/>
          </a:xfrm>
          <a:prstGeom prst="roundRect">
            <a:avLst>
              <a:gd name="adj" fmla="val 6000"/>
            </a:avLst>
          </a:prstGeom>
          <a:solidFill>
            <a:srgbClr val="006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2188551"/>
            <a:ext cx="3931920" cy="231474"/>
          </a:xfrm>
          <a:prstGeom prst="rect">
            <a:avLst/>
          </a:prstGeom>
          <a:noFill/>
        </p:spPr>
        <p:txBody>
          <a:bodyPr wrap="square" lIns="0" tIns="0" rIns="0" bIns="0" anchor="ctr">
            <a:spAutoFit/>
          </a:bodyPr>
          <a:lstStyle/>
          <a:p>
            <a:pPr algn="ctr">
              <a:lnSpc>
                <a:spcPct val="94000"/>
              </a:lnSpc>
            </a:pPr>
            <a:r>
              <a:rPr sz="1600" b="1" i="0">
                <a:solidFill>
                  <a:srgbClr val="FFFFFF"/>
                </a:solidFill>
                <a:latin typeface="Calibri"/>
              </a:rPr>
              <a:t>Phase 2 </a:t>
            </a:r>
            <a:r>
              <a:rPr lang="en-US" sz="1600" b="1">
                <a:solidFill>
                  <a:srgbClr val="FFFFFF"/>
                </a:solidFill>
                <a:latin typeface="Calibri"/>
              </a:rPr>
              <a:t>-</a:t>
            </a:r>
            <a:r>
              <a:rPr sz="1600" b="1" i="0">
                <a:solidFill>
                  <a:srgbClr val="FFFFFF"/>
                </a:solidFill>
                <a:latin typeface="Calibri"/>
              </a:rPr>
              <a:t> Go live</a:t>
            </a:r>
          </a:p>
        </p:txBody>
      </p:sp>
      <p:sp>
        <p:nvSpPr>
          <p:cNvPr id="8" name="TextBox 7"/>
          <p:cNvSpPr txBox="1"/>
          <p:nvPr/>
        </p:nvSpPr>
        <p:spPr>
          <a:xfrm>
            <a:off x="868680" y="2807208"/>
            <a:ext cx="3657600" cy="1308050"/>
          </a:xfrm>
          <a:prstGeom prst="rect">
            <a:avLst/>
          </a:prstGeom>
          <a:noFill/>
        </p:spPr>
        <p:txBody>
          <a:bodyPr wrap="square" lIns="0" tIns="0" rIns="0" bIns="0" anchor="t">
            <a:spAutoFit/>
          </a:bodyPr>
          <a:lstStyle/>
          <a:p>
            <a:pPr marL="228600" indent="-228600" algn="l">
              <a:lnSpc>
                <a:spcPct val="100000"/>
              </a:lnSpc>
              <a:spcAft>
                <a:spcPts val="1000"/>
              </a:spcAft>
              <a:buFont typeface="Arial"/>
              <a:buChar char="•"/>
            </a:pPr>
            <a:r>
              <a:rPr sz="1500" b="0" i="0">
                <a:solidFill>
                  <a:srgbClr val="595959"/>
                </a:solidFill>
                <a:latin typeface="Calibri"/>
              </a:rPr>
              <a:t>Live </a:t>
            </a:r>
            <a:r>
              <a:rPr lang="en-US" sz="1500">
                <a:solidFill>
                  <a:srgbClr val="595959"/>
                </a:solidFill>
                <a:latin typeface="Calibri"/>
              </a:rPr>
              <a:t>partners integrations</a:t>
            </a:r>
            <a:endParaRPr lang="en-US"/>
          </a:p>
          <a:p>
            <a:pPr marL="228600" indent="-228600">
              <a:spcAft>
                <a:spcPts val="1000"/>
              </a:spcAft>
              <a:buFont typeface="Arial"/>
              <a:buChar char="•"/>
            </a:pPr>
            <a:r>
              <a:rPr lang="en-US" sz="1500">
                <a:solidFill>
                  <a:srgbClr val="595959"/>
                </a:solidFill>
                <a:latin typeface="Calibri"/>
              </a:rPr>
              <a:t>Connection of Overwatch</a:t>
            </a:r>
            <a:r>
              <a:rPr sz="1500" b="0" i="0">
                <a:solidFill>
                  <a:srgbClr val="595959"/>
                </a:solidFill>
                <a:latin typeface="Calibri"/>
              </a:rPr>
              <a:t> and Job Link </a:t>
            </a:r>
            <a:endParaRPr lang="en-IN" sz="1500" b="0" i="0">
              <a:solidFill>
                <a:srgbClr val="595959"/>
              </a:solidFill>
              <a:latin typeface="Calibri"/>
            </a:endParaRPr>
          </a:p>
          <a:p>
            <a:pPr marL="228600" indent="-228600" algn="l">
              <a:lnSpc>
                <a:spcPct val="100000"/>
              </a:lnSpc>
              <a:spcAft>
                <a:spcPts val="1000"/>
              </a:spcAft>
              <a:buFont typeface="Arial"/>
              <a:buChar char="•"/>
            </a:pPr>
            <a:r>
              <a:rPr lang="en-IN" sz="1500">
                <a:solidFill>
                  <a:srgbClr val="595959"/>
                </a:solidFill>
                <a:latin typeface="Calibri"/>
              </a:rPr>
              <a:t>Notifications</a:t>
            </a:r>
            <a:r>
              <a:rPr lang="en-IN" sz="1500" b="0" i="0">
                <a:solidFill>
                  <a:srgbClr val="595959"/>
                </a:solidFill>
                <a:latin typeface="Calibri"/>
              </a:rPr>
              <a:t> </a:t>
            </a:r>
            <a:r>
              <a:rPr sz="1500" b="0" i="0">
                <a:solidFill>
                  <a:srgbClr val="595959"/>
                </a:solidFill>
                <a:latin typeface="Calibri"/>
              </a:rPr>
              <a:t>to customers</a:t>
            </a:r>
            <a:r>
              <a:rPr lang="en-US" sz="1500">
                <a:solidFill>
                  <a:srgbClr val="595959"/>
                </a:solidFill>
                <a:latin typeface="Calibri"/>
              </a:rPr>
              <a:t>/</a:t>
            </a:r>
            <a:r>
              <a:rPr sz="1500" b="0" i="0">
                <a:solidFill>
                  <a:srgbClr val="595959"/>
                </a:solidFill>
                <a:latin typeface="Calibri"/>
              </a:rPr>
              <a:t>dealers</a:t>
            </a:r>
          </a:p>
          <a:p>
            <a:pPr marL="228600" indent="-228600">
              <a:spcAft>
                <a:spcPts val="1000"/>
              </a:spcAft>
              <a:buFont typeface="Arial"/>
              <a:buChar char="•"/>
            </a:pPr>
            <a:r>
              <a:rPr sz="1500" b="0" i="0">
                <a:solidFill>
                  <a:srgbClr val="595959"/>
                </a:solidFill>
                <a:latin typeface="Calibri"/>
              </a:rPr>
              <a:t>Warranty Assistant </a:t>
            </a:r>
            <a:r>
              <a:rPr lang="en-US" sz="1500">
                <a:solidFill>
                  <a:srgbClr val="595959"/>
                </a:solidFill>
                <a:latin typeface="Calibri"/>
              </a:rPr>
              <a:t>with LLM in</a:t>
            </a:r>
            <a:r>
              <a:rPr sz="1500" b="0" i="0">
                <a:solidFill>
                  <a:srgbClr val="595959"/>
                </a:solidFill>
                <a:latin typeface="Calibri"/>
              </a:rPr>
              <a:t> production</a:t>
            </a:r>
          </a:p>
        </p:txBody>
      </p:sp>
      <p:sp>
        <p:nvSpPr>
          <p:cNvPr id="9" name="Phase 3 · Intelligence band"/>
          <p:cNvSpPr/>
          <p:nvPr/>
        </p:nvSpPr>
        <p:spPr>
          <a:xfrm>
            <a:off x="5166359" y="1892808"/>
            <a:ext cx="4297680" cy="3931920"/>
          </a:xfrm>
          <a:prstGeom prst="roundRect">
            <a:avLst>
              <a:gd name="adj" fmla="val 6000"/>
            </a:avLst>
          </a:prstGeom>
          <a:solidFill>
            <a:srgbClr val="EAF4FC"/>
          </a:solidFill>
          <a:ln w="12700">
            <a:solidFill>
              <a:srgbClr val="008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Phase 3 · Intelligence strip"/>
          <p:cNvSpPr/>
          <p:nvPr/>
        </p:nvSpPr>
        <p:spPr>
          <a:xfrm>
            <a:off x="5349240" y="2075688"/>
            <a:ext cx="3931920" cy="457200"/>
          </a:xfrm>
          <a:prstGeom prst="roundRect">
            <a:avLst>
              <a:gd name="adj" fmla="val 6000"/>
            </a:avLst>
          </a:prstGeom>
          <a:solidFill>
            <a:srgbClr val="006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349240" y="2188551"/>
            <a:ext cx="3931920" cy="231474"/>
          </a:xfrm>
          <a:prstGeom prst="rect">
            <a:avLst/>
          </a:prstGeom>
          <a:noFill/>
        </p:spPr>
        <p:txBody>
          <a:bodyPr wrap="square" lIns="0" tIns="0" rIns="0" bIns="0" anchor="ctr">
            <a:spAutoFit/>
          </a:bodyPr>
          <a:lstStyle/>
          <a:p>
            <a:pPr algn="ctr">
              <a:lnSpc>
                <a:spcPct val="94000"/>
              </a:lnSpc>
            </a:pPr>
            <a:r>
              <a:rPr sz="1600" b="1" i="0">
                <a:solidFill>
                  <a:srgbClr val="FFFFFF"/>
                </a:solidFill>
                <a:latin typeface="Calibri"/>
              </a:rPr>
              <a:t>Phase 3 </a:t>
            </a:r>
            <a:r>
              <a:rPr lang="en-US" sz="1600" b="1">
                <a:solidFill>
                  <a:srgbClr val="FFFFFF"/>
                </a:solidFill>
                <a:latin typeface="Calibri"/>
              </a:rPr>
              <a:t>- AI Intelligence</a:t>
            </a:r>
            <a:endParaRPr sz="1600" b="1" i="0">
              <a:solidFill>
                <a:srgbClr val="FFFFFF"/>
              </a:solidFill>
              <a:latin typeface="Calibri"/>
            </a:endParaRPr>
          </a:p>
        </p:txBody>
      </p:sp>
      <p:sp>
        <p:nvSpPr>
          <p:cNvPr id="12" name="TextBox 11"/>
          <p:cNvSpPr txBox="1"/>
          <p:nvPr/>
        </p:nvSpPr>
        <p:spPr>
          <a:xfrm>
            <a:off x="5486399" y="2807208"/>
            <a:ext cx="3657600" cy="2257028"/>
          </a:xfrm>
          <a:prstGeom prst="rect">
            <a:avLst/>
          </a:prstGeom>
          <a:noFill/>
        </p:spPr>
        <p:txBody>
          <a:bodyPr wrap="square" lIns="0" tIns="0" rIns="0" bIns="0" anchor="t">
            <a:spAutoFit/>
          </a:bodyPr>
          <a:lstStyle/>
          <a:p>
            <a:pPr marL="228600" indent="-228600" algn="l">
              <a:lnSpc>
                <a:spcPct val="100000"/>
              </a:lnSpc>
              <a:spcAft>
                <a:spcPts val="1000"/>
              </a:spcAft>
              <a:buFont typeface="Arial"/>
              <a:buChar char="•"/>
            </a:pPr>
            <a:r>
              <a:rPr sz="1500" b="0" i="0">
                <a:solidFill>
                  <a:srgbClr val="595959"/>
                </a:solidFill>
                <a:latin typeface="Calibri"/>
              </a:rPr>
              <a:t>Read receipt photos</a:t>
            </a:r>
            <a:r>
              <a:rPr lang="en-US" sz="1500">
                <a:solidFill>
                  <a:srgbClr val="595959"/>
                </a:solidFill>
                <a:latin typeface="Calibri"/>
              </a:rPr>
              <a:t>,</a:t>
            </a:r>
            <a:r>
              <a:rPr sz="1500" b="0" i="0">
                <a:solidFill>
                  <a:srgbClr val="595959"/>
                </a:solidFill>
                <a:latin typeface="Calibri"/>
              </a:rPr>
              <a:t> not only PDFs</a:t>
            </a:r>
          </a:p>
          <a:p>
            <a:pPr marL="228600" indent="-228600">
              <a:spcAft>
                <a:spcPts val="1000"/>
              </a:spcAft>
              <a:buFont typeface="Arial"/>
              <a:buChar char="•"/>
            </a:pPr>
            <a:r>
              <a:rPr sz="1500" b="0" i="0">
                <a:solidFill>
                  <a:srgbClr val="595959"/>
                </a:solidFill>
                <a:latin typeface="Calibri"/>
              </a:rPr>
              <a:t>Failure trends </a:t>
            </a:r>
            <a:r>
              <a:rPr lang="en-US" sz="1500">
                <a:solidFill>
                  <a:srgbClr val="595959"/>
                </a:solidFill>
                <a:latin typeface="Calibri"/>
              </a:rPr>
              <a:t>&amp;</a:t>
            </a:r>
            <a:r>
              <a:rPr lang="en-US" sz="1500" b="0" i="0">
                <a:solidFill>
                  <a:srgbClr val="595959"/>
                </a:solidFill>
                <a:latin typeface="Calibri"/>
              </a:rPr>
              <a:t> </a:t>
            </a:r>
            <a:r>
              <a:rPr sz="1500" b="0" i="0">
                <a:solidFill>
                  <a:srgbClr val="595959"/>
                </a:solidFill>
                <a:latin typeface="Calibri"/>
              </a:rPr>
              <a:t>claim </a:t>
            </a:r>
            <a:r>
              <a:rPr lang="en-US" sz="1500">
                <a:solidFill>
                  <a:srgbClr val="595959"/>
                </a:solidFill>
                <a:latin typeface="Calibri"/>
              </a:rPr>
              <a:t>rate (model/</a:t>
            </a:r>
            <a:r>
              <a:rPr sz="1500" b="0" i="0">
                <a:solidFill>
                  <a:srgbClr val="595959"/>
                </a:solidFill>
                <a:latin typeface="Calibri"/>
              </a:rPr>
              <a:t>batch  region</a:t>
            </a:r>
            <a:r>
              <a:rPr lang="en-US" sz="1500">
                <a:solidFill>
                  <a:srgbClr val="595959"/>
                </a:solidFill>
                <a:latin typeface="Calibri"/>
              </a:rPr>
              <a:t>)</a:t>
            </a:r>
            <a:endParaRPr lang="en-US" sz="1500" b="0" i="0">
              <a:solidFill>
                <a:srgbClr val="595959"/>
              </a:solidFill>
              <a:latin typeface="Calibri"/>
            </a:endParaRPr>
          </a:p>
          <a:p>
            <a:pPr marL="228600" indent="-228600" algn="l">
              <a:lnSpc>
                <a:spcPct val="100000"/>
              </a:lnSpc>
              <a:spcAft>
                <a:spcPts val="1000"/>
              </a:spcAft>
              <a:buChar char="•"/>
            </a:pPr>
            <a:r>
              <a:rPr sz="1500" b="0" i="0">
                <a:solidFill>
                  <a:srgbClr val="595959"/>
                </a:solidFill>
                <a:latin typeface="Calibri"/>
              </a:rPr>
              <a:t>Warranty cost forecasting against budget</a:t>
            </a:r>
            <a:endParaRPr lang="en-IN" sz="1500" b="0" i="0">
              <a:solidFill>
                <a:srgbClr val="595959"/>
              </a:solidFill>
              <a:latin typeface="Calibri"/>
            </a:endParaRPr>
          </a:p>
          <a:p>
            <a:pPr marL="228600" indent="-228600" algn="l">
              <a:lnSpc>
                <a:spcPct val="100000"/>
              </a:lnSpc>
              <a:spcAft>
                <a:spcPts val="1000"/>
              </a:spcAft>
              <a:buFont typeface="Arial"/>
              <a:buChar char="•"/>
            </a:pPr>
            <a:r>
              <a:rPr lang="en-US" sz="1500">
                <a:solidFill>
                  <a:srgbClr val="595959"/>
                </a:solidFill>
                <a:latin typeface="Calibri"/>
              </a:rPr>
              <a:t>Compliance &amp; audits </a:t>
            </a:r>
          </a:p>
          <a:p>
            <a:pPr marL="228600" indent="-228600">
              <a:spcAft>
                <a:spcPts val="1000"/>
              </a:spcAft>
              <a:buFont typeface="Arial"/>
              <a:buChar char="•"/>
            </a:pPr>
            <a:r>
              <a:rPr lang="en-US" sz="1500">
                <a:solidFill>
                  <a:srgbClr val="595959"/>
                </a:solidFill>
                <a:latin typeface="Calibri"/>
              </a:rPr>
              <a:t>AI Intelligence Warranty</a:t>
            </a:r>
          </a:p>
          <a:p>
            <a:pPr marL="228600" indent="-228600">
              <a:spcAft>
                <a:spcPts val="1000"/>
              </a:spcAft>
              <a:buFont typeface="Arial,Sans-Serif"/>
              <a:buChar char="•"/>
            </a:pPr>
            <a:r>
              <a:rPr lang="en-US" sz="1500">
                <a:solidFill>
                  <a:srgbClr val="595959"/>
                </a:solidFill>
                <a:latin typeface="Calibri"/>
                <a:ea typeface="Calibri"/>
                <a:cs typeface="Calibri"/>
              </a:rPr>
              <a:t>Spanish and French</a:t>
            </a:r>
            <a:endParaRPr lang="en-US" sz="1500">
              <a:latin typeface="Calibri"/>
              <a:ea typeface="Calibri"/>
              <a:cs typeface="Calibri"/>
            </a:endParaRPr>
          </a:p>
        </p:txBody>
      </p:sp>
      <p:sp>
        <p:nvSpPr>
          <p:cNvPr id="13" name="Later · Scale band"/>
          <p:cNvSpPr/>
          <p:nvPr/>
        </p:nvSpPr>
        <p:spPr>
          <a:xfrm>
            <a:off x="9784080" y="1892808"/>
            <a:ext cx="4297680" cy="3931920"/>
          </a:xfrm>
          <a:prstGeom prst="roundRect">
            <a:avLst>
              <a:gd name="adj" fmla="val 6000"/>
            </a:avLst>
          </a:prstGeom>
          <a:solidFill>
            <a:srgbClr val="EAF4FC"/>
          </a:solidFill>
          <a:ln w="12700">
            <a:solidFill>
              <a:srgbClr val="008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Later · Scale strip"/>
          <p:cNvSpPr/>
          <p:nvPr/>
        </p:nvSpPr>
        <p:spPr>
          <a:xfrm>
            <a:off x="9966959" y="2075688"/>
            <a:ext cx="3931920" cy="45720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966959" y="2188551"/>
            <a:ext cx="3931920" cy="231474"/>
          </a:xfrm>
          <a:prstGeom prst="rect">
            <a:avLst/>
          </a:prstGeom>
          <a:noFill/>
        </p:spPr>
        <p:txBody>
          <a:bodyPr wrap="square" lIns="0" tIns="0" rIns="0" bIns="0" anchor="ctr">
            <a:spAutoFit/>
          </a:bodyPr>
          <a:lstStyle/>
          <a:p>
            <a:pPr algn="ctr">
              <a:lnSpc>
                <a:spcPct val="94000"/>
              </a:lnSpc>
            </a:pPr>
            <a:r>
              <a:rPr lang="en-US" sz="1600" b="1" i="0">
                <a:solidFill>
                  <a:srgbClr val="FFFFFF"/>
                </a:solidFill>
                <a:latin typeface="Calibri"/>
              </a:rPr>
              <a:t>Future Phase</a:t>
            </a:r>
            <a:endParaRPr sz="1600" b="1" i="0">
              <a:solidFill>
                <a:srgbClr val="FFFFFF"/>
              </a:solidFill>
              <a:latin typeface="Calibri"/>
            </a:endParaRPr>
          </a:p>
        </p:txBody>
      </p:sp>
      <p:sp>
        <p:nvSpPr>
          <p:cNvPr id="16" name="TextBox 15"/>
          <p:cNvSpPr txBox="1"/>
          <p:nvPr/>
        </p:nvSpPr>
        <p:spPr>
          <a:xfrm>
            <a:off x="10104119" y="2807208"/>
            <a:ext cx="3657600" cy="2487861"/>
          </a:xfrm>
          <a:prstGeom prst="rect">
            <a:avLst/>
          </a:prstGeom>
          <a:noFill/>
        </p:spPr>
        <p:txBody>
          <a:bodyPr wrap="square" lIns="0" tIns="0" rIns="0" bIns="0" anchor="t">
            <a:spAutoFit/>
          </a:bodyPr>
          <a:lstStyle/>
          <a:p>
            <a:pPr marL="228600" indent="-228600" algn="l">
              <a:lnSpc>
                <a:spcPct val="100000"/>
              </a:lnSpc>
              <a:spcAft>
                <a:spcPts val="1000"/>
              </a:spcAft>
              <a:buFont typeface="Arial"/>
              <a:buChar char="•"/>
            </a:pPr>
            <a:r>
              <a:rPr sz="1500" b="0" i="0">
                <a:solidFill>
                  <a:srgbClr val="595959"/>
                </a:solidFill>
                <a:latin typeface="Calibri"/>
              </a:rPr>
              <a:t>Returns (RMA) and repair-center logistics</a:t>
            </a:r>
          </a:p>
          <a:p>
            <a:pPr marL="228600" indent="-228600" algn="l">
              <a:lnSpc>
                <a:spcPct val="100000"/>
              </a:lnSpc>
              <a:spcAft>
                <a:spcPts val="1000"/>
              </a:spcAft>
              <a:buFont typeface="Arial"/>
              <a:buChar char="•"/>
            </a:pPr>
            <a:r>
              <a:rPr sz="1500" b="0" i="0">
                <a:solidFill>
                  <a:srgbClr val="595959"/>
                </a:solidFill>
                <a:latin typeface="Calibri"/>
              </a:rPr>
              <a:t>Service technician mobile app, offline capable</a:t>
            </a:r>
          </a:p>
          <a:p>
            <a:pPr marL="228600" indent="-228600" algn="l">
              <a:lnSpc>
                <a:spcPct val="100000"/>
              </a:lnSpc>
              <a:spcAft>
                <a:spcPts val="1000"/>
              </a:spcAft>
              <a:buFont typeface="Arial"/>
              <a:buChar char="•"/>
            </a:pPr>
            <a:r>
              <a:rPr sz="1500" b="0" i="0">
                <a:solidFill>
                  <a:srgbClr val="595959"/>
                </a:solidFill>
                <a:latin typeface="Calibri"/>
              </a:rPr>
              <a:t>Dealer incentives and co-op credits</a:t>
            </a:r>
          </a:p>
          <a:p>
            <a:pPr marL="228600" indent="-228600">
              <a:spcAft>
                <a:spcPts val="1000"/>
              </a:spcAft>
              <a:buFont typeface="Arial"/>
              <a:buChar char="•"/>
            </a:pPr>
            <a:r>
              <a:rPr sz="1500" b="0" i="0">
                <a:solidFill>
                  <a:srgbClr val="595959"/>
                </a:solidFill>
                <a:latin typeface="Calibri"/>
              </a:rPr>
              <a:t>Multi-region</a:t>
            </a:r>
            <a:r>
              <a:rPr lang="en-US" sz="1500">
                <a:solidFill>
                  <a:srgbClr val="595959"/>
                </a:solidFill>
                <a:latin typeface="Calibri"/>
              </a:rPr>
              <a:t> support includes</a:t>
            </a:r>
            <a:r>
              <a:rPr sz="1500" b="0" i="0">
                <a:solidFill>
                  <a:srgbClr val="595959"/>
                </a:solidFill>
                <a:latin typeface="Calibri"/>
              </a:rPr>
              <a:t> currencies, time zones, warranty terms</a:t>
            </a:r>
            <a:endParaRPr lang="en-IN" sz="1500" b="0" i="0">
              <a:solidFill>
                <a:srgbClr val="595959"/>
              </a:solidFill>
              <a:latin typeface="Calibri"/>
            </a:endParaRPr>
          </a:p>
          <a:p>
            <a:pPr marL="228600" indent="-228600">
              <a:spcAft>
                <a:spcPts val="1000"/>
              </a:spcAft>
              <a:buFont typeface="Arial"/>
              <a:buChar char="•"/>
            </a:pPr>
            <a:r>
              <a:rPr lang="en-US" sz="1500">
                <a:solidFill>
                  <a:srgbClr val="595959"/>
                </a:solidFill>
                <a:latin typeface="Calibri"/>
              </a:rPr>
              <a:t>AI Predictive Services</a:t>
            </a:r>
          </a:p>
          <a:p>
            <a:pPr marL="228600" indent="-228600">
              <a:spcAft>
                <a:spcPts val="1000"/>
              </a:spcAft>
              <a:buFont typeface="Arial"/>
              <a:buChar char="•"/>
            </a:pPr>
            <a:r>
              <a:rPr lang="en-US" sz="1500">
                <a:solidFill>
                  <a:srgbClr val="595959"/>
                </a:solidFill>
                <a:latin typeface="Calibri"/>
              </a:rPr>
              <a:t>AI Autonomous Services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5" name="Subtitle 2">
            <a:extLst>
              <a:ext uri="{FF2B5EF4-FFF2-40B4-BE49-F238E27FC236}">
                <a16:creationId xmlns:a16="http://schemas.microsoft.com/office/drawing/2014/main" id="{4807E640-9E42-002F-79A9-301E6F8E1C45}"/>
              </a:ext>
            </a:extLst>
          </p:cNvPr>
          <p:cNvSpPr txBox="1">
            <a:spLocks/>
          </p:cNvSpPr>
          <p:nvPr/>
        </p:nvSpPr>
        <p:spPr>
          <a:xfrm>
            <a:off x="615028" y="5312152"/>
            <a:ext cx="4344786"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a:defRPr sz="2100" b="1" i="1">
                <a:solidFill>
                  <a:srgbClr val="FFFFFF"/>
                </a:solidFill>
                <a:latin typeface="Calibri"/>
                <a:ea typeface="+mn-lt"/>
                <a:cs typeface="Calibri"/>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Questions and next steps</a:t>
            </a:r>
            <a:endParaRPr lang="en-GB"/>
          </a:p>
        </p:txBody>
      </p:sp>
      <p:sp>
        <p:nvSpPr>
          <p:cNvPr id="7" name="Google Shape;179;p1">
            <a:extLst>
              <a:ext uri="{FF2B5EF4-FFF2-40B4-BE49-F238E27FC236}">
                <a16:creationId xmlns:a16="http://schemas.microsoft.com/office/drawing/2014/main" id="{71E64A35-A227-4790-7884-5CDDC5288CC1}"/>
              </a:ext>
            </a:extLst>
          </p:cNvPr>
          <p:cNvSpPr txBox="1">
            <a:spLocks/>
          </p:cNvSpPr>
          <p:nvPr/>
        </p:nvSpPr>
        <p:spPr>
          <a:xfrm>
            <a:off x="669457" y="7453508"/>
            <a:ext cx="2742968" cy="291479"/>
          </a:xfrm>
          <a:prstGeom prst="rect">
            <a:avLst/>
          </a:prstGeom>
          <a:noFill/>
          <a:ln>
            <a:noFill/>
          </a:ln>
        </p:spPr>
        <p:txBody>
          <a:bodyPr spcFirstLastPara="1" wrap="square" lIns="91420" tIns="45700" rIns="91420"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761878">
              <a:defRPr/>
            </a:pPr>
            <a:fld id="{C6D039C3-2124-48AA-A856-A92BDA43FF6B}" type="datetime3">
              <a:rPr lang="en-IN" sz="2100" b="1" kern="0">
                <a:solidFill>
                  <a:srgbClr val="FFFFFF"/>
                </a:solidFill>
                <a:latin typeface="Calibri" panose="020F0502020204030204" pitchFamily="34" charset="0"/>
                <a:cs typeface="Calibri" panose="020F0502020204030204" pitchFamily="34" charset="0"/>
              </a:rPr>
              <a:pPr algn="l" defTabSz="761878">
                <a:defRPr/>
              </a:pPr>
              <a:t>6 October 2026</a:t>
            </a:fld>
            <a:endParaRPr lang="en-IN" sz="2100" kern="0">
              <a:solidFill>
                <a:srgbClr val="FFFFFF"/>
              </a:solidFill>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theme/theme1.xml><?xml version="1.0" encoding="utf-8"?>
<a:theme xmlns:a="http://schemas.openxmlformats.org/drawingml/2006/main" name="7_Office Theme">
  <a:themeElements>
    <a:clrScheme name="Custom 3">
      <a:dk1>
        <a:srgbClr val="000000"/>
      </a:dk1>
      <a:lt1>
        <a:srgbClr val="FFFFFF"/>
      </a:lt1>
      <a:dk2>
        <a:srgbClr val="002060"/>
      </a:dk2>
      <a:lt2>
        <a:srgbClr val="629AA9"/>
      </a:lt2>
      <a:accent1>
        <a:srgbClr val="0089CF"/>
      </a:accent1>
      <a:accent2>
        <a:srgbClr val="FFE100"/>
      </a:accent2>
      <a:accent3>
        <a:srgbClr val="A3CE44"/>
      </a:accent3>
      <a:accent4>
        <a:srgbClr val="BD2559"/>
      </a:accent4>
      <a:accent5>
        <a:srgbClr val="00ACED"/>
      </a:accent5>
      <a:accent6>
        <a:srgbClr val="F0824B"/>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75403BC-9259-46E8-8A20-5F91A4B35449}">
  <we:reference id="WA200010001" version="1.0.0.1" store="Omex" storeType="OMEX"/>
  <we:alternateReferences>
    <we:reference id="WA200010001" version="1.0.0.1" store="WA200010001" storeType="OMEX"/>
  </we:alternateReferences>
  <we:properties>
    <we:property name="claude.fileId" value="&quot;3da0d44f-0b75-406a-b0de-f4c3ce9416c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2f22ba-1275-46be-9c75-9a683ad42ba8">
      <Terms xmlns="http://schemas.microsoft.com/office/infopath/2007/PartnerControls"/>
    </lcf76f155ced4ddcb4097134ff3c332f>
    <TaxCatchAll xmlns="46026ffc-e8e1-4973-9464-af7afd38654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640CD405B47E844BD478B1171C607EC" ma:contentTypeVersion="23" ma:contentTypeDescription="Create a new document." ma:contentTypeScope="" ma:versionID="e8517939fc0a74c3e52071105409e02c">
  <xsd:schema xmlns:xsd="http://www.w3.org/2001/XMLSchema" xmlns:xs="http://www.w3.org/2001/XMLSchema" xmlns:p="http://schemas.microsoft.com/office/2006/metadata/properties" xmlns:ns2="ab2f22ba-1275-46be-9c75-9a683ad42ba8" xmlns:ns3="46026ffc-e8e1-4973-9464-af7afd386540" targetNamespace="http://schemas.microsoft.com/office/2006/metadata/properties" ma:root="true" ma:fieldsID="fda65656466e6fd8997eecf6fa584e82" ns2:_="" ns3:_="">
    <xsd:import namespace="ab2f22ba-1275-46be-9c75-9a683ad42ba8"/>
    <xsd:import namespace="46026ffc-e8e1-4973-9464-af7afd38654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2f22ba-1275-46be-9c75-9a683ad42b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b7a24fd-782d-4b15-b1b1-b358652712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26ffc-e8e1-4973-9464-af7afd38654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452a674-d2d9-4709-9954-c7318daa2828}" ma:internalName="TaxCatchAll" ma:showField="CatchAllData" ma:web="46026ffc-e8e1-4973-9464-af7afd3865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90E70D-89C3-40AA-8541-88A0202B52B0}">
  <ds:schemaRefs>
    <ds:schemaRef ds:uri="46026ffc-e8e1-4973-9464-af7afd386540"/>
    <ds:schemaRef ds:uri="ab2f22ba-1275-46be-9c75-9a683ad42ba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868F1BA-7762-4395-AC4D-7B0A960B8116}">
  <ds:schemaRefs>
    <ds:schemaRef ds:uri="46026ffc-e8e1-4973-9464-af7afd386540"/>
    <ds:schemaRef ds:uri="ab2f22ba-1275-46be-9c75-9a683ad42b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CBD1BA7-9CC8-4A7F-B495-4B12E965CFA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7_Office Theme</vt:lpstr>
      <vt:lpstr>Fieldpiece Warranty Management Portal</vt:lpstr>
      <vt:lpstr>Agenda</vt:lpstr>
      <vt:lpstr>Supported Features</vt:lpstr>
      <vt:lpstr>User Access Matrix</vt:lpstr>
      <vt:lpstr>User Access Matrix (Contd)</vt:lpstr>
      <vt:lpstr>Workflows Overview</vt:lpstr>
      <vt:lpstr>Upcoming Roadmap</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Fieldpiece Warranty Management Portal - Client demo</dc:title>
  <dc:creator>Softdel</dc:creator>
  <cp:revision>1</cp:revision>
  <dcterms:modified xsi:type="dcterms:W3CDTF">2026-10-06T07:59:41Z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0x010100C640CD405B47E844BD478B1171C607EC</vt:lpwstr>
  </property>
  <property fmtid="{D5CDD505-2E9C-101B-9397-08002B2CF9AE}" pid="3" name="AuthorIds_UIVersion_8704">
    <vt:lpwstr>16</vt:lpwstr>
  </property>
  <property fmtid="{D5CDD505-2E9C-101B-9397-08002B2CF9AE}" pid="4" name="AuthorIds_UIVersion_9728">
    <vt:lpwstr>16</vt:lpwstr>
  </property>
  <property fmtid="{D5CDD505-2E9C-101B-9397-08002B2CF9AE}" pid="5" name="MediaServiceImageTags">
    <vt:lpwstr/>
  </property>
</Properties>
</file>